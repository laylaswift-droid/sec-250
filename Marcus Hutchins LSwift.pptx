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1" r:id="rId4"/>
  </p:sldMasterIdLst>
  <p:notesMasterIdLst>
    <p:notesMasterId r:id="rId14"/>
  </p:notesMasterIdLst>
  <p:handoutMasterIdLst>
    <p:handoutMasterId r:id="rId15"/>
  </p:handoutMasterIdLst>
  <p:sldIdLst>
    <p:sldId id="260" r:id="rId5"/>
    <p:sldId id="261" r:id="rId6"/>
    <p:sldId id="267" r:id="rId7"/>
    <p:sldId id="262" r:id="rId8"/>
    <p:sldId id="266" r:id="rId9"/>
    <p:sldId id="268" r:id="rId10"/>
    <p:sldId id="263" r:id="rId11"/>
    <p:sldId id="269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95A40E-6191-46DF-88A9-AD4D8317E1A0}" v="224" dt="2026-09-03T01:14:21.5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28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-5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yla swift" userId="fedbb6ea80350af6" providerId="LiveId" clId="{137F6713-C1A3-487B-A161-5BCCAEA4495D}"/>
    <pc:docChg chg="undo custSel addSld delSld modSld">
      <pc:chgData name="layla swift" userId="fedbb6ea80350af6" providerId="LiveId" clId="{137F6713-C1A3-487B-A161-5BCCAEA4495D}" dt="2026-09-03T01:14:21.514" v="3101"/>
      <pc:docMkLst>
        <pc:docMk/>
      </pc:docMkLst>
      <pc:sldChg chg="addSp modSp mod modClrScheme addAnim delAnim modAnim chgLayout">
        <pc:chgData name="layla swift" userId="fedbb6ea80350af6" providerId="LiveId" clId="{137F6713-C1A3-487B-A161-5BCCAEA4495D}" dt="2026-09-03T01:09:33.682" v="3028"/>
        <pc:sldMkLst>
          <pc:docMk/>
          <pc:sldMk cId="2611897787" sldId="261"/>
        </pc:sldMkLst>
        <pc:spChg chg="mod ord">
          <ac:chgData name="layla swift" userId="fedbb6ea80350af6" providerId="LiveId" clId="{137F6713-C1A3-487B-A161-5BCCAEA4495D}" dt="2026-09-03T01:08:59.174" v="3020" actId="115"/>
          <ac:spMkLst>
            <pc:docMk/>
            <pc:sldMk cId="2611897787" sldId="261"/>
            <ac:spMk id="2" creationId="{0C2B5AA9-C8E1-7FB0-152F-C125BDFE388E}"/>
          </ac:spMkLst>
        </pc:spChg>
        <pc:spChg chg="mod ord">
          <ac:chgData name="layla swift" userId="fedbb6ea80350af6" providerId="LiveId" clId="{137F6713-C1A3-487B-A161-5BCCAEA4495D}" dt="2026-09-02T14:47:35.547" v="1638" actId="27636"/>
          <ac:spMkLst>
            <pc:docMk/>
            <pc:sldMk cId="2611897787" sldId="261"/>
            <ac:spMk id="3" creationId="{E92E1D31-4D6E-BA8C-7B11-9FF72BFFF6E6}"/>
          </ac:spMkLst>
        </pc:spChg>
        <pc:spChg chg="add mod ord">
          <ac:chgData name="layla swift" userId="fedbb6ea80350af6" providerId="LiveId" clId="{137F6713-C1A3-487B-A161-5BCCAEA4495D}" dt="2026-09-03T00:27:49.401" v="2077" actId="255"/>
          <ac:spMkLst>
            <pc:docMk/>
            <pc:sldMk cId="2611897787" sldId="261"/>
            <ac:spMk id="4" creationId="{D93551DB-2148-4748-851B-CA7C767BAB03}"/>
          </ac:spMkLst>
        </pc:spChg>
        <pc:spChg chg="add mod ord">
          <ac:chgData name="layla swift" userId="fedbb6ea80350af6" providerId="LiveId" clId="{137F6713-C1A3-487B-A161-5BCCAEA4495D}" dt="2026-09-03T00:28:12.502" v="2081" actId="1076"/>
          <ac:spMkLst>
            <pc:docMk/>
            <pc:sldMk cId="2611897787" sldId="261"/>
            <ac:spMk id="5" creationId="{9D2E0C7B-8EC5-13AF-1B48-F8BF9D711A02}"/>
          </ac:spMkLst>
        </pc:spChg>
        <pc:spChg chg="add mod ord">
          <ac:chgData name="layla swift" userId="fedbb6ea80350af6" providerId="LiveId" clId="{137F6713-C1A3-487B-A161-5BCCAEA4495D}" dt="2026-09-03T00:28:07.848" v="2080" actId="1076"/>
          <ac:spMkLst>
            <pc:docMk/>
            <pc:sldMk cId="2611897787" sldId="261"/>
            <ac:spMk id="6" creationId="{E9061F58-C108-642C-FDD3-3175B6217B42}"/>
          </ac:spMkLst>
        </pc:spChg>
      </pc:sldChg>
      <pc:sldChg chg="addSp delSp modSp mod modClrScheme chgLayout">
        <pc:chgData name="layla swift" userId="fedbb6ea80350af6" providerId="LiveId" clId="{137F6713-C1A3-487B-A161-5BCCAEA4495D}" dt="2026-09-03T00:29:50.144" v="2103" actId="2710"/>
        <pc:sldMkLst>
          <pc:docMk/>
          <pc:sldMk cId="4291989682" sldId="262"/>
        </pc:sldMkLst>
        <pc:spChg chg="mod ord">
          <ac:chgData name="layla swift" userId="fedbb6ea80350af6" providerId="LiveId" clId="{137F6713-C1A3-487B-A161-5BCCAEA4495D}" dt="2026-09-03T00:29:50.144" v="2103" actId="2710"/>
          <ac:spMkLst>
            <pc:docMk/>
            <pc:sldMk cId="4291989682" sldId="262"/>
            <ac:spMk id="2" creationId="{D6C9337D-1AD8-8CE7-B675-9241E3611AA1}"/>
          </ac:spMkLst>
        </pc:spChg>
        <pc:spChg chg="add del mod ord">
          <ac:chgData name="layla swift" userId="fedbb6ea80350af6" providerId="LiveId" clId="{137F6713-C1A3-487B-A161-5BCCAEA4495D}" dt="2026-09-03T00:29:37.507" v="2102" actId="26606"/>
          <ac:spMkLst>
            <pc:docMk/>
            <pc:sldMk cId="4291989682" sldId="262"/>
            <ac:spMk id="3" creationId="{06FFDEEB-5F97-BFD0-7597-5764BF5ED450}"/>
          </ac:spMkLst>
        </pc:spChg>
        <pc:spChg chg="add del mod ord">
          <ac:chgData name="layla swift" userId="fedbb6ea80350af6" providerId="LiveId" clId="{137F6713-C1A3-487B-A161-5BCCAEA4495D}" dt="2026-09-03T00:02:48.419" v="1775" actId="21"/>
          <ac:spMkLst>
            <pc:docMk/>
            <pc:sldMk cId="4291989682" sldId="262"/>
            <ac:spMk id="4" creationId="{BF9C8264-DCDB-D7DD-2B8F-39669C8311D9}"/>
          </ac:spMkLst>
        </pc:spChg>
        <pc:spChg chg="add del mod ord">
          <ac:chgData name="layla swift" userId="fedbb6ea80350af6" providerId="LiveId" clId="{137F6713-C1A3-487B-A161-5BCCAEA4495D}" dt="2026-09-03T00:03:47.553" v="1782" actId="21"/>
          <ac:spMkLst>
            <pc:docMk/>
            <pc:sldMk cId="4291989682" sldId="262"/>
            <ac:spMk id="5" creationId="{B2575839-F084-D694-29AF-605237C9B431}"/>
          </ac:spMkLst>
        </pc:spChg>
        <pc:spChg chg="add del mod ord">
          <ac:chgData name="layla swift" userId="fedbb6ea80350af6" providerId="LiveId" clId="{137F6713-C1A3-487B-A161-5BCCAEA4495D}" dt="2026-09-03T00:03:58.746" v="1784" actId="21"/>
          <ac:spMkLst>
            <pc:docMk/>
            <pc:sldMk cId="4291989682" sldId="262"/>
            <ac:spMk id="6" creationId="{5CD1CF01-7779-9E0D-E1F7-7919AD7E1445}"/>
          </ac:spMkLst>
        </pc:spChg>
        <pc:spChg chg="add del mod">
          <ac:chgData name="layla swift" userId="fedbb6ea80350af6" providerId="LiveId" clId="{137F6713-C1A3-487B-A161-5BCCAEA4495D}" dt="2026-09-02T23:58:40.153" v="1689" actId="21"/>
          <ac:spMkLst>
            <pc:docMk/>
            <pc:sldMk cId="4291989682" sldId="262"/>
            <ac:spMk id="8" creationId="{9632E56B-6634-6C76-B34B-39E5E6DE197B}"/>
          </ac:spMkLst>
        </pc:spChg>
        <pc:spChg chg="add del mod">
          <ac:chgData name="layla swift" userId="fedbb6ea80350af6" providerId="LiveId" clId="{137F6713-C1A3-487B-A161-5BCCAEA4495D}" dt="2026-09-03T00:02:54.906" v="1776" actId="21"/>
          <ac:spMkLst>
            <pc:docMk/>
            <pc:sldMk cId="4291989682" sldId="262"/>
            <ac:spMk id="10" creationId="{A423A358-7184-9C54-E415-DF7FDDAEE9BD}"/>
          </ac:spMkLst>
        </pc:spChg>
        <pc:spChg chg="add del mod">
          <ac:chgData name="layla swift" userId="fedbb6ea80350af6" providerId="LiveId" clId="{137F6713-C1A3-487B-A161-5BCCAEA4495D}" dt="2026-09-03T00:03:52.509" v="1783" actId="21"/>
          <ac:spMkLst>
            <pc:docMk/>
            <pc:sldMk cId="4291989682" sldId="262"/>
            <ac:spMk id="12" creationId="{D63C1FB3-D4CF-A95F-7D07-606527559F6A}"/>
          </ac:spMkLst>
        </pc:spChg>
        <pc:spChg chg="add del mod">
          <ac:chgData name="layla swift" userId="fedbb6ea80350af6" providerId="LiveId" clId="{137F6713-C1A3-487B-A161-5BCCAEA4495D}" dt="2026-09-03T00:04:02.635" v="1785" actId="21"/>
          <ac:spMkLst>
            <pc:docMk/>
            <pc:sldMk cId="4291989682" sldId="262"/>
            <ac:spMk id="14" creationId="{4C7197F5-8DA9-8C18-5D00-5A1A80EFE19D}"/>
          </ac:spMkLst>
        </pc:spChg>
        <pc:graphicFrameChg chg="add mod">
          <ac:chgData name="layla swift" userId="fedbb6ea80350af6" providerId="LiveId" clId="{137F6713-C1A3-487B-A161-5BCCAEA4495D}" dt="2026-09-03T00:29:37.507" v="2102" actId="26606"/>
          <ac:graphicFrameMkLst>
            <pc:docMk/>
            <pc:sldMk cId="4291989682" sldId="262"/>
            <ac:graphicFrameMk id="7" creationId="{D81B211D-D36A-B94C-519B-D625C62E4523}"/>
          </ac:graphicFrameMkLst>
        </pc:graphicFrameChg>
      </pc:sldChg>
      <pc:sldChg chg="modSp mod modClrScheme chgLayout">
        <pc:chgData name="layla swift" userId="fedbb6ea80350af6" providerId="LiveId" clId="{137F6713-C1A3-487B-A161-5BCCAEA4495D}" dt="2026-09-03T01:12:24.518" v="3087" actId="20577"/>
        <pc:sldMkLst>
          <pc:docMk/>
          <pc:sldMk cId="3710180488" sldId="263"/>
        </pc:sldMkLst>
        <pc:spChg chg="mod ord">
          <ac:chgData name="layla swift" userId="fedbb6ea80350af6" providerId="LiveId" clId="{137F6713-C1A3-487B-A161-5BCCAEA4495D}" dt="2026-09-03T01:10:44.344" v="3054" actId="20577"/>
          <ac:spMkLst>
            <pc:docMk/>
            <pc:sldMk cId="3710180488" sldId="263"/>
            <ac:spMk id="2" creationId="{CEC84789-42DA-C348-1123-AD30E60CC113}"/>
          </ac:spMkLst>
        </pc:spChg>
        <pc:spChg chg="mod ord">
          <ac:chgData name="layla swift" userId="fedbb6ea80350af6" providerId="LiveId" clId="{137F6713-C1A3-487B-A161-5BCCAEA4495D}" dt="2026-09-03T01:12:24.518" v="3087" actId="20577"/>
          <ac:spMkLst>
            <pc:docMk/>
            <pc:sldMk cId="3710180488" sldId="263"/>
            <ac:spMk id="3" creationId="{D85EBC31-8BCE-F3A9-99D0-D1E923058F94}"/>
          </ac:spMkLst>
        </pc:spChg>
      </pc:sldChg>
      <pc:sldChg chg="addSp modSp del mod modClrScheme chgLayout">
        <pc:chgData name="layla swift" userId="fedbb6ea80350af6" providerId="LiveId" clId="{137F6713-C1A3-487B-A161-5BCCAEA4495D}" dt="2026-09-03T00:26:54.201" v="2075" actId="2696"/>
        <pc:sldMkLst>
          <pc:docMk/>
          <pc:sldMk cId="3809360783" sldId="264"/>
        </pc:sldMkLst>
        <pc:spChg chg="mod ord">
          <ac:chgData name="layla swift" userId="fedbb6ea80350af6" providerId="LiveId" clId="{137F6713-C1A3-487B-A161-5BCCAEA4495D}" dt="2026-09-02T09:20:15.116" v="40" actId="700"/>
          <ac:spMkLst>
            <pc:docMk/>
            <pc:sldMk cId="3809360783" sldId="264"/>
            <ac:spMk id="2" creationId="{0A9DD2F3-266D-85F6-FC65-76A469B75B8B}"/>
          </ac:spMkLst>
        </pc:spChg>
        <pc:spChg chg="mod ord">
          <ac:chgData name="layla swift" userId="fedbb6ea80350af6" providerId="LiveId" clId="{137F6713-C1A3-487B-A161-5BCCAEA4495D}" dt="2026-09-02T09:20:15.116" v="40" actId="700"/>
          <ac:spMkLst>
            <pc:docMk/>
            <pc:sldMk cId="3809360783" sldId="264"/>
            <ac:spMk id="3" creationId="{3C56552D-0DAB-A6C5-957E-6264A5CEE248}"/>
          </ac:spMkLst>
        </pc:spChg>
        <pc:spChg chg="add mod ord">
          <ac:chgData name="layla swift" userId="fedbb6ea80350af6" providerId="LiveId" clId="{137F6713-C1A3-487B-A161-5BCCAEA4495D}" dt="2026-09-02T09:20:15.116" v="40" actId="700"/>
          <ac:spMkLst>
            <pc:docMk/>
            <pc:sldMk cId="3809360783" sldId="264"/>
            <ac:spMk id="4" creationId="{F26AF1D5-7D7C-FFB1-11A0-C21FE4CBFF01}"/>
          </ac:spMkLst>
        </pc:spChg>
        <pc:spChg chg="add mod ord">
          <ac:chgData name="layla swift" userId="fedbb6ea80350af6" providerId="LiveId" clId="{137F6713-C1A3-487B-A161-5BCCAEA4495D}" dt="2026-09-02T09:20:15.116" v="40" actId="700"/>
          <ac:spMkLst>
            <pc:docMk/>
            <pc:sldMk cId="3809360783" sldId="264"/>
            <ac:spMk id="5" creationId="{7B3A5B1E-F067-6899-4A82-33FE58D275AB}"/>
          </ac:spMkLst>
        </pc:spChg>
        <pc:spChg chg="add mod ord">
          <ac:chgData name="layla swift" userId="fedbb6ea80350af6" providerId="LiveId" clId="{137F6713-C1A3-487B-A161-5BCCAEA4495D}" dt="2026-09-02T09:20:15.116" v="40" actId="700"/>
          <ac:spMkLst>
            <pc:docMk/>
            <pc:sldMk cId="3809360783" sldId="264"/>
            <ac:spMk id="6" creationId="{C7555BD9-FDDA-DBAA-3C4D-9C5E2595B2FE}"/>
          </ac:spMkLst>
        </pc:spChg>
      </pc:sldChg>
      <pc:sldChg chg="modSp mod">
        <pc:chgData name="layla swift" userId="fedbb6ea80350af6" providerId="LiveId" clId="{137F6713-C1A3-487B-A161-5BCCAEA4495D}" dt="2026-09-02T14:18:03.262" v="310" actId="27636"/>
        <pc:sldMkLst>
          <pc:docMk/>
          <pc:sldMk cId="4270666162" sldId="265"/>
        </pc:sldMkLst>
        <pc:spChg chg="mod">
          <ac:chgData name="layla swift" userId="fedbb6ea80350af6" providerId="LiveId" clId="{137F6713-C1A3-487B-A161-5BCCAEA4495D}" dt="2026-09-02T14:18:03.262" v="310" actId="27636"/>
          <ac:spMkLst>
            <pc:docMk/>
            <pc:sldMk cId="4270666162" sldId="265"/>
            <ac:spMk id="3" creationId="{F4F5AC30-6E17-328F-2C31-38C6CA15A62B}"/>
          </ac:spMkLst>
        </pc:spChg>
      </pc:sldChg>
      <pc:sldChg chg="addSp delSp modSp add mod modClrScheme addAnim delAnim modAnim chgLayout">
        <pc:chgData name="layla swift" userId="fedbb6ea80350af6" providerId="LiveId" clId="{137F6713-C1A3-487B-A161-5BCCAEA4495D}" dt="2026-09-03T01:06:32.714" v="3009" actId="14100"/>
        <pc:sldMkLst>
          <pc:docMk/>
          <pc:sldMk cId="3692338891" sldId="266"/>
        </pc:sldMkLst>
        <pc:spChg chg="mod ord">
          <ac:chgData name="layla swift" userId="fedbb6ea80350af6" providerId="LiveId" clId="{137F6713-C1A3-487B-A161-5BCCAEA4495D}" dt="2026-09-03T00:20:24.576" v="1965" actId="700"/>
          <ac:spMkLst>
            <pc:docMk/>
            <pc:sldMk cId="3692338891" sldId="266"/>
            <ac:spMk id="2" creationId="{12B4EA60-2181-B7E1-0F5C-ACDB2447A1BA}"/>
          </ac:spMkLst>
        </pc:spChg>
        <pc:spChg chg="mod ord">
          <ac:chgData name="layla swift" userId="fedbb6ea80350af6" providerId="LiveId" clId="{137F6713-C1A3-487B-A161-5BCCAEA4495D}" dt="2026-09-03T00:20:24.576" v="1965" actId="700"/>
          <ac:spMkLst>
            <pc:docMk/>
            <pc:sldMk cId="3692338891" sldId="266"/>
            <ac:spMk id="3" creationId="{C49677B9-70B3-2958-9BD0-70F7843D1D4F}"/>
          </ac:spMkLst>
        </pc:spChg>
        <pc:spChg chg="mod ord">
          <ac:chgData name="layla swift" userId="fedbb6ea80350af6" providerId="LiveId" clId="{137F6713-C1A3-487B-A161-5BCCAEA4495D}" dt="2026-09-03T00:21:41.732" v="1982" actId="20577"/>
          <ac:spMkLst>
            <pc:docMk/>
            <pc:sldMk cId="3692338891" sldId="266"/>
            <ac:spMk id="4" creationId="{6251D48A-1AED-13B2-515D-06CC8A6725F7}"/>
          </ac:spMkLst>
        </pc:spChg>
        <pc:spChg chg="mod ord">
          <ac:chgData name="layla swift" userId="fedbb6ea80350af6" providerId="LiveId" clId="{137F6713-C1A3-487B-A161-5BCCAEA4495D}" dt="2026-09-03T00:20:24.576" v="1965" actId="700"/>
          <ac:spMkLst>
            <pc:docMk/>
            <pc:sldMk cId="3692338891" sldId="266"/>
            <ac:spMk id="5" creationId="{876F90B3-BC4A-C0DA-7C4C-B0D5B3EA35AD}"/>
          </ac:spMkLst>
        </pc:spChg>
        <pc:spChg chg="add del mod">
          <ac:chgData name="layla swift" userId="fedbb6ea80350af6" providerId="LiveId" clId="{137F6713-C1A3-487B-A161-5BCCAEA4495D}" dt="2026-09-03T00:09:40.406" v="1922" actId="3680"/>
          <ac:spMkLst>
            <pc:docMk/>
            <pc:sldMk cId="3692338891" sldId="266"/>
            <ac:spMk id="6" creationId="{0FE4C07A-CD95-8E8E-36D9-64D61026837C}"/>
          </ac:spMkLst>
        </pc:spChg>
        <pc:spChg chg="add del">
          <ac:chgData name="layla swift" userId="fedbb6ea80350af6" providerId="LiveId" clId="{137F6713-C1A3-487B-A161-5BCCAEA4495D}" dt="2026-09-03T00:07:28.579" v="1905" actId="11529"/>
          <ac:spMkLst>
            <pc:docMk/>
            <pc:sldMk cId="3692338891" sldId="266"/>
            <ac:spMk id="7" creationId="{20631C03-8117-9D90-BDEA-BF47C12E80BA}"/>
          </ac:spMkLst>
        </pc:spChg>
        <pc:spChg chg="add del mod">
          <ac:chgData name="layla swift" userId="fedbb6ea80350af6" providerId="LiveId" clId="{137F6713-C1A3-487B-A161-5BCCAEA4495D}" dt="2026-09-03T00:09:13.553" v="1921" actId="11529"/>
          <ac:spMkLst>
            <pc:docMk/>
            <pc:sldMk cId="3692338891" sldId="266"/>
            <ac:spMk id="8" creationId="{F85F885D-9743-4D6C-43AC-EC0C52388577}"/>
          </ac:spMkLst>
        </pc:spChg>
        <pc:spChg chg="add mod">
          <ac:chgData name="layla swift" userId="fedbb6ea80350af6" providerId="LiveId" clId="{137F6713-C1A3-487B-A161-5BCCAEA4495D}" dt="2026-09-03T00:41:15.744" v="2754" actId="767"/>
          <ac:spMkLst>
            <pc:docMk/>
            <pc:sldMk cId="3692338891" sldId="266"/>
            <ac:spMk id="12" creationId="{A5AA0C9C-B3CF-F9BE-27F9-E323857F803C}"/>
          </ac:spMkLst>
        </pc:spChg>
        <pc:spChg chg="add mod">
          <ac:chgData name="layla swift" userId="fedbb6ea80350af6" providerId="LiveId" clId="{137F6713-C1A3-487B-A161-5BCCAEA4495D}" dt="2026-09-03T00:45:16.375" v="2782" actId="1076"/>
          <ac:spMkLst>
            <pc:docMk/>
            <pc:sldMk cId="3692338891" sldId="266"/>
            <ac:spMk id="13" creationId="{7B0456AB-2E51-7777-C45B-650FD59C9C93}"/>
          </ac:spMkLst>
        </pc:spChg>
        <pc:spChg chg="add mod">
          <ac:chgData name="layla swift" userId="fedbb6ea80350af6" providerId="LiveId" clId="{137F6713-C1A3-487B-A161-5BCCAEA4495D}" dt="2026-09-03T00:45:59.472" v="2790" actId="1076"/>
          <ac:spMkLst>
            <pc:docMk/>
            <pc:sldMk cId="3692338891" sldId="266"/>
            <ac:spMk id="15" creationId="{23451405-F279-950B-3DA2-C07AF4C80677}"/>
          </ac:spMkLst>
        </pc:spChg>
        <pc:spChg chg="add mod">
          <ac:chgData name="layla swift" userId="fedbb6ea80350af6" providerId="LiveId" clId="{137F6713-C1A3-487B-A161-5BCCAEA4495D}" dt="2026-09-03T00:46:02.708" v="2791" actId="1076"/>
          <ac:spMkLst>
            <pc:docMk/>
            <pc:sldMk cId="3692338891" sldId="266"/>
            <ac:spMk id="17" creationId="{0E3A10D3-D7B9-965F-19F4-8EFF079DB3CA}"/>
          </ac:spMkLst>
        </pc:spChg>
        <pc:spChg chg="add mod">
          <ac:chgData name="layla swift" userId="fedbb6ea80350af6" providerId="LiveId" clId="{137F6713-C1A3-487B-A161-5BCCAEA4495D}" dt="2026-09-03T00:46:10.326" v="2792" actId="1076"/>
          <ac:spMkLst>
            <pc:docMk/>
            <pc:sldMk cId="3692338891" sldId="266"/>
            <ac:spMk id="19" creationId="{7704EB46-EEEE-2F78-764A-123859BE4264}"/>
          </ac:spMkLst>
        </pc:spChg>
        <pc:spChg chg="add mod">
          <ac:chgData name="layla swift" userId="fedbb6ea80350af6" providerId="LiveId" clId="{137F6713-C1A3-487B-A161-5BCCAEA4495D}" dt="2026-09-03T00:46:13.889" v="2793" actId="1076"/>
          <ac:spMkLst>
            <pc:docMk/>
            <pc:sldMk cId="3692338891" sldId="266"/>
            <ac:spMk id="21" creationId="{17F44B4C-1681-B300-C8D8-C7A25969A054}"/>
          </ac:spMkLst>
        </pc:spChg>
        <pc:spChg chg="add mod">
          <ac:chgData name="layla swift" userId="fedbb6ea80350af6" providerId="LiveId" clId="{137F6713-C1A3-487B-A161-5BCCAEA4495D}" dt="2026-09-03T00:45:29.279" v="2784" actId="1076"/>
          <ac:spMkLst>
            <pc:docMk/>
            <pc:sldMk cId="3692338891" sldId="266"/>
            <ac:spMk id="23" creationId="{3C720877-F822-D35B-3ACD-75A114B11377}"/>
          </ac:spMkLst>
        </pc:spChg>
        <pc:spChg chg="add del mod">
          <ac:chgData name="layla swift" userId="fedbb6ea80350af6" providerId="LiveId" clId="{137F6713-C1A3-487B-A161-5BCCAEA4495D}" dt="2026-09-03T00:45:08.653" v="2781" actId="21"/>
          <ac:spMkLst>
            <pc:docMk/>
            <pc:sldMk cId="3692338891" sldId="266"/>
            <ac:spMk id="25" creationId="{52A00D7A-B86B-E89C-D698-35E2E493E21B}"/>
          </ac:spMkLst>
        </pc:spChg>
        <pc:spChg chg="add del mod">
          <ac:chgData name="layla swift" userId="fedbb6ea80350af6" providerId="LiveId" clId="{137F6713-C1A3-487B-A161-5BCCAEA4495D}" dt="2026-09-03T00:46:23.876" v="2795" actId="21"/>
          <ac:spMkLst>
            <pc:docMk/>
            <pc:sldMk cId="3692338891" sldId="266"/>
            <ac:spMk id="26" creationId="{52A00D7A-B86B-E89C-D698-35E2E493E21B}"/>
          </ac:spMkLst>
        </pc:spChg>
        <pc:spChg chg="add del mod">
          <ac:chgData name="layla swift" userId="fedbb6ea80350af6" providerId="LiveId" clId="{137F6713-C1A3-487B-A161-5BCCAEA4495D}" dt="2026-09-03T00:47:06.313" v="2798" actId="21"/>
          <ac:spMkLst>
            <pc:docMk/>
            <pc:sldMk cId="3692338891" sldId="266"/>
            <ac:spMk id="28" creationId="{3AF8F7D0-3767-B075-6D2F-0214E415AA3E}"/>
          </ac:spMkLst>
        </pc:spChg>
        <pc:spChg chg="add del">
          <ac:chgData name="layla swift" userId="fedbb6ea80350af6" providerId="LiveId" clId="{137F6713-C1A3-487B-A161-5BCCAEA4495D}" dt="2026-09-03T00:48:00.607" v="2800" actId="22"/>
          <ac:spMkLst>
            <pc:docMk/>
            <pc:sldMk cId="3692338891" sldId="266"/>
            <ac:spMk id="30" creationId="{AC0B57AC-3CAC-B0B7-A7CD-421FE165174E}"/>
          </ac:spMkLst>
        </pc:spChg>
        <pc:spChg chg="add del">
          <ac:chgData name="layla swift" userId="fedbb6ea80350af6" providerId="LiveId" clId="{137F6713-C1A3-487B-A161-5BCCAEA4495D}" dt="2026-09-03T00:48:14.068" v="2802" actId="22"/>
          <ac:spMkLst>
            <pc:docMk/>
            <pc:sldMk cId="3692338891" sldId="266"/>
            <ac:spMk id="32" creationId="{4F050F18-B7E6-0257-AD25-B4A62D82C67A}"/>
          </ac:spMkLst>
        </pc:spChg>
        <pc:spChg chg="add mod">
          <ac:chgData name="layla swift" userId="fedbb6ea80350af6" providerId="LiveId" clId="{137F6713-C1A3-487B-A161-5BCCAEA4495D}" dt="2026-09-03T01:06:32.714" v="3009" actId="14100"/>
          <ac:spMkLst>
            <pc:docMk/>
            <pc:sldMk cId="3692338891" sldId="266"/>
            <ac:spMk id="45" creationId="{570BE5DB-A954-B30E-C729-D2E371D22389}"/>
          </ac:spMkLst>
        </pc:spChg>
        <pc:graphicFrameChg chg="add del mod ord modGraphic">
          <ac:chgData name="layla swift" userId="fedbb6ea80350af6" providerId="LiveId" clId="{137F6713-C1A3-487B-A161-5BCCAEA4495D}" dt="2026-09-03T00:44:55.168" v="2780" actId="21"/>
          <ac:graphicFrameMkLst>
            <pc:docMk/>
            <pc:sldMk cId="3692338891" sldId="266"/>
            <ac:graphicFrameMk id="11" creationId="{10E4CA61-0207-FB2A-2D67-5A9F05DF4861}"/>
          </ac:graphicFrameMkLst>
        </pc:graphicFrameChg>
        <pc:picChg chg="add del mod ord">
          <ac:chgData name="layla swift" userId="fedbb6ea80350af6" providerId="LiveId" clId="{137F6713-C1A3-487B-A161-5BCCAEA4495D}" dt="2026-09-03T00:09:10.908" v="1917" actId="22"/>
          <ac:picMkLst>
            <pc:docMk/>
            <pc:sldMk cId="3692338891" sldId="266"/>
            <ac:picMk id="10" creationId="{74F35533-6227-0B0B-2BC5-5E844261F679}"/>
          </ac:picMkLst>
        </pc:picChg>
        <pc:picChg chg="add mod">
          <ac:chgData name="layla swift" userId="fedbb6ea80350af6" providerId="LiveId" clId="{137F6713-C1A3-487B-A161-5BCCAEA4495D}" dt="2026-09-03T00:49:36.428" v="2807" actId="962"/>
          <ac:picMkLst>
            <pc:docMk/>
            <pc:sldMk cId="3692338891" sldId="266"/>
            <ac:picMk id="34" creationId="{F52A41BD-2920-D731-1308-144AA5F85BD0}"/>
          </ac:picMkLst>
        </pc:picChg>
        <pc:picChg chg="add mod">
          <ac:chgData name="layla swift" userId="fedbb6ea80350af6" providerId="LiveId" clId="{137F6713-C1A3-487B-A161-5BCCAEA4495D}" dt="2026-09-03T00:49:53.090" v="2809" actId="1076"/>
          <ac:picMkLst>
            <pc:docMk/>
            <pc:sldMk cId="3692338891" sldId="266"/>
            <ac:picMk id="36" creationId="{08840C0E-C18D-074A-E6A2-0823B56D8549}"/>
          </ac:picMkLst>
        </pc:picChg>
        <pc:picChg chg="add mod">
          <ac:chgData name="layla swift" userId="fedbb6ea80350af6" providerId="LiveId" clId="{137F6713-C1A3-487B-A161-5BCCAEA4495D}" dt="2026-09-03T00:50:05.843" v="2811" actId="1076"/>
          <ac:picMkLst>
            <pc:docMk/>
            <pc:sldMk cId="3692338891" sldId="266"/>
            <ac:picMk id="38" creationId="{F95CD6AD-F0FD-3A87-378A-D41E798231AE}"/>
          </ac:picMkLst>
        </pc:picChg>
        <pc:picChg chg="add mod">
          <ac:chgData name="layla swift" userId="fedbb6ea80350af6" providerId="LiveId" clId="{137F6713-C1A3-487B-A161-5BCCAEA4495D}" dt="2026-09-03T00:50:15.746" v="2815" actId="962"/>
          <ac:picMkLst>
            <pc:docMk/>
            <pc:sldMk cId="3692338891" sldId="266"/>
            <ac:picMk id="40" creationId="{14FD3647-D956-64C9-84B1-3504EB5B623B}"/>
          </ac:picMkLst>
        </pc:picChg>
        <pc:picChg chg="add mod">
          <ac:chgData name="layla swift" userId="fedbb6ea80350af6" providerId="LiveId" clId="{137F6713-C1A3-487B-A161-5BCCAEA4495D}" dt="2026-09-03T00:50:24.781" v="2819" actId="1076"/>
          <ac:picMkLst>
            <pc:docMk/>
            <pc:sldMk cId="3692338891" sldId="266"/>
            <ac:picMk id="42" creationId="{58C73BD4-2B71-4E03-1005-35933BC863DA}"/>
          </ac:picMkLst>
        </pc:picChg>
        <pc:picChg chg="add mod">
          <ac:chgData name="layla swift" userId="fedbb6ea80350af6" providerId="LiveId" clId="{137F6713-C1A3-487B-A161-5BCCAEA4495D}" dt="2026-09-03T00:50:32.284" v="2823" actId="1076"/>
          <ac:picMkLst>
            <pc:docMk/>
            <pc:sldMk cId="3692338891" sldId="266"/>
            <ac:picMk id="44" creationId="{2E516AA8-24EA-C157-CF06-B1804AE8696F}"/>
          </ac:picMkLst>
        </pc:picChg>
      </pc:sldChg>
      <pc:sldChg chg="addSp delSp modSp new mod modClrScheme chgLayout">
        <pc:chgData name="layla swift" userId="fedbb6ea80350af6" providerId="LiveId" clId="{137F6713-C1A3-487B-A161-5BCCAEA4495D}" dt="2026-09-02T23:51:29.636" v="1665" actId="20577"/>
        <pc:sldMkLst>
          <pc:docMk/>
          <pc:sldMk cId="838257676" sldId="267"/>
        </pc:sldMkLst>
        <pc:spChg chg="del mod ord">
          <ac:chgData name="layla swift" userId="fedbb6ea80350af6" providerId="LiveId" clId="{137F6713-C1A3-487B-A161-5BCCAEA4495D}" dt="2026-09-02T23:51:22.440" v="1644" actId="700"/>
          <ac:spMkLst>
            <pc:docMk/>
            <pc:sldMk cId="838257676" sldId="267"/>
            <ac:spMk id="2" creationId="{9ED5859F-893E-51C1-D424-9A1666021030}"/>
          </ac:spMkLst>
        </pc:spChg>
        <pc:spChg chg="del">
          <ac:chgData name="layla swift" userId="fedbb6ea80350af6" providerId="LiveId" clId="{137F6713-C1A3-487B-A161-5BCCAEA4495D}" dt="2026-09-02T23:51:22.440" v="1644" actId="700"/>
          <ac:spMkLst>
            <pc:docMk/>
            <pc:sldMk cId="838257676" sldId="267"/>
            <ac:spMk id="3" creationId="{EC72453D-1B4F-A1C6-21D9-A242EB240533}"/>
          </ac:spMkLst>
        </pc:spChg>
        <pc:spChg chg="del">
          <ac:chgData name="layla swift" userId="fedbb6ea80350af6" providerId="LiveId" clId="{137F6713-C1A3-487B-A161-5BCCAEA4495D}" dt="2026-09-02T23:51:22.440" v="1644" actId="700"/>
          <ac:spMkLst>
            <pc:docMk/>
            <pc:sldMk cId="838257676" sldId="267"/>
            <ac:spMk id="4" creationId="{DFF73A87-5D7E-4591-1EBF-37C5841B4E1C}"/>
          </ac:spMkLst>
        </pc:spChg>
        <pc:spChg chg="del">
          <ac:chgData name="layla swift" userId="fedbb6ea80350af6" providerId="LiveId" clId="{137F6713-C1A3-487B-A161-5BCCAEA4495D}" dt="2026-09-02T23:51:22.440" v="1644" actId="700"/>
          <ac:spMkLst>
            <pc:docMk/>
            <pc:sldMk cId="838257676" sldId="267"/>
            <ac:spMk id="5" creationId="{262730AB-14A1-398C-972A-FFB2491A149F}"/>
          </ac:spMkLst>
        </pc:spChg>
        <pc:spChg chg="del">
          <ac:chgData name="layla swift" userId="fedbb6ea80350af6" providerId="LiveId" clId="{137F6713-C1A3-487B-A161-5BCCAEA4495D}" dt="2026-09-02T23:51:22.440" v="1644" actId="700"/>
          <ac:spMkLst>
            <pc:docMk/>
            <pc:sldMk cId="838257676" sldId="267"/>
            <ac:spMk id="6" creationId="{02E77178-7488-16D5-91F2-5D86D4F69932}"/>
          </ac:spMkLst>
        </pc:spChg>
        <pc:spChg chg="add mod ord">
          <ac:chgData name="layla swift" userId="fedbb6ea80350af6" providerId="LiveId" clId="{137F6713-C1A3-487B-A161-5BCCAEA4495D}" dt="2026-09-02T23:51:29.636" v="1665" actId="20577"/>
          <ac:spMkLst>
            <pc:docMk/>
            <pc:sldMk cId="838257676" sldId="267"/>
            <ac:spMk id="7" creationId="{97F8E979-D265-6EF9-AFE6-4A918E5A46CC}"/>
          </ac:spMkLst>
        </pc:spChg>
      </pc:sldChg>
      <pc:sldChg chg="addSp delSp modSp add mod addAnim delAnim modAnim">
        <pc:chgData name="layla swift" userId="fedbb6ea80350af6" providerId="LiveId" clId="{137F6713-C1A3-487B-A161-5BCCAEA4495D}" dt="2026-09-03T01:05:08.427" v="3006"/>
        <pc:sldMkLst>
          <pc:docMk/>
          <pc:sldMk cId="1746347611" sldId="268"/>
        </pc:sldMkLst>
        <pc:spChg chg="mod">
          <ac:chgData name="layla swift" userId="fedbb6ea80350af6" providerId="LiveId" clId="{137F6713-C1A3-487B-A161-5BCCAEA4495D}" dt="2026-09-03T00:22:12.071" v="2013" actId="20577"/>
          <ac:spMkLst>
            <pc:docMk/>
            <pc:sldMk cId="1746347611" sldId="268"/>
            <ac:spMk id="2" creationId="{2CD44EB4-0D49-A4C5-B6A4-E7B22DA3FE37}"/>
          </ac:spMkLst>
        </pc:spChg>
        <pc:spChg chg="add del mod">
          <ac:chgData name="layla swift" userId="fedbb6ea80350af6" providerId="LiveId" clId="{137F6713-C1A3-487B-A161-5BCCAEA4495D}" dt="2026-09-03T00:55:32.286" v="2879" actId="21"/>
          <ac:spMkLst>
            <pc:docMk/>
            <pc:sldMk cId="1746347611" sldId="268"/>
            <ac:spMk id="7" creationId="{7D0A2722-7236-FC2E-8E29-AFC1F805EE11}"/>
          </ac:spMkLst>
        </pc:spChg>
        <pc:spChg chg="add mod">
          <ac:chgData name="layla swift" userId="fedbb6ea80350af6" providerId="LiveId" clId="{137F6713-C1A3-487B-A161-5BCCAEA4495D}" dt="2026-09-03T00:57:06.334" v="2893" actId="255"/>
          <ac:spMkLst>
            <pc:docMk/>
            <pc:sldMk cId="1746347611" sldId="268"/>
            <ac:spMk id="8" creationId="{07C052E2-168F-5B9A-43C7-CDFE64A910BE}"/>
          </ac:spMkLst>
        </pc:spChg>
        <pc:spChg chg="add mod">
          <ac:chgData name="layla swift" userId="fedbb6ea80350af6" providerId="LiveId" clId="{137F6713-C1A3-487B-A161-5BCCAEA4495D}" dt="2026-09-03T00:55:50.055" v="2880"/>
          <ac:spMkLst>
            <pc:docMk/>
            <pc:sldMk cId="1746347611" sldId="268"/>
            <ac:spMk id="9" creationId="{84E78713-0A9D-35DF-9900-01760A103572}"/>
          </ac:spMkLst>
        </pc:spChg>
        <pc:spChg chg="add mod">
          <ac:chgData name="layla swift" userId="fedbb6ea80350af6" providerId="LiveId" clId="{137F6713-C1A3-487B-A161-5BCCAEA4495D}" dt="2026-09-03T00:55:50.055" v="2880"/>
          <ac:spMkLst>
            <pc:docMk/>
            <pc:sldMk cId="1746347611" sldId="268"/>
            <ac:spMk id="10" creationId="{B291FA79-4D5C-D2A3-70A6-CE1DB573C04B}"/>
          </ac:spMkLst>
        </pc:spChg>
        <pc:spChg chg="add mod">
          <ac:chgData name="layla swift" userId="fedbb6ea80350af6" providerId="LiveId" clId="{137F6713-C1A3-487B-A161-5BCCAEA4495D}" dt="2026-09-03T00:55:50.055" v="2880"/>
          <ac:spMkLst>
            <pc:docMk/>
            <pc:sldMk cId="1746347611" sldId="268"/>
            <ac:spMk id="12" creationId="{492747D4-4497-24DD-6785-6272364BE7F0}"/>
          </ac:spMkLst>
        </pc:spChg>
        <pc:spChg chg="add mod">
          <ac:chgData name="layla swift" userId="fedbb6ea80350af6" providerId="LiveId" clId="{137F6713-C1A3-487B-A161-5BCCAEA4495D}" dt="2026-09-03T00:55:50.055" v="2880"/>
          <ac:spMkLst>
            <pc:docMk/>
            <pc:sldMk cId="1746347611" sldId="268"/>
            <ac:spMk id="13" creationId="{6A38DDED-2326-1AAE-0BC3-DAE095D1E733}"/>
          </ac:spMkLst>
        </pc:spChg>
        <pc:spChg chg="add mod">
          <ac:chgData name="layla swift" userId="fedbb6ea80350af6" providerId="LiveId" clId="{137F6713-C1A3-487B-A161-5BCCAEA4495D}" dt="2026-09-03T00:55:50.055" v="2880"/>
          <ac:spMkLst>
            <pc:docMk/>
            <pc:sldMk cId="1746347611" sldId="268"/>
            <ac:spMk id="14" creationId="{26974E2A-0C5C-41B9-1CC3-DA2B1760AAA1}"/>
          </ac:spMkLst>
        </pc:spChg>
        <pc:spChg chg="add del">
          <ac:chgData name="layla swift" userId="fedbb6ea80350af6" providerId="LiveId" clId="{137F6713-C1A3-487B-A161-5BCCAEA4495D}" dt="2026-09-03T00:57:19.405" v="2895" actId="22"/>
          <ac:spMkLst>
            <pc:docMk/>
            <pc:sldMk cId="1746347611" sldId="268"/>
            <ac:spMk id="22" creationId="{611E64AA-F9EA-1768-24BC-C9E4CA8CFF5A}"/>
          </ac:spMkLst>
        </pc:spChg>
        <pc:spChg chg="add del">
          <ac:chgData name="layla swift" userId="fedbb6ea80350af6" providerId="LiveId" clId="{137F6713-C1A3-487B-A161-5BCCAEA4495D}" dt="2026-09-03T00:57:25.935" v="2897" actId="22"/>
          <ac:spMkLst>
            <pc:docMk/>
            <pc:sldMk cId="1746347611" sldId="268"/>
            <ac:spMk id="24" creationId="{760063A1-81F4-5CAB-9DE0-5BE429053178}"/>
          </ac:spMkLst>
        </pc:spChg>
        <pc:graphicFrameChg chg="del mod modGraphic">
          <ac:chgData name="layla swift" userId="fedbb6ea80350af6" providerId="LiveId" clId="{137F6713-C1A3-487B-A161-5BCCAEA4495D}" dt="2026-09-03T00:55:27.736" v="2878" actId="21"/>
          <ac:graphicFrameMkLst>
            <pc:docMk/>
            <pc:sldMk cId="1746347611" sldId="268"/>
            <ac:graphicFrameMk id="11" creationId="{775219FC-285E-FBBC-F94E-B92789727AEA}"/>
          </ac:graphicFrameMkLst>
        </pc:graphicFrameChg>
        <pc:picChg chg="add del mod">
          <ac:chgData name="layla swift" userId="fedbb6ea80350af6" providerId="LiveId" clId="{137F6713-C1A3-487B-A161-5BCCAEA4495D}" dt="2026-09-03T00:55:54.983" v="2881" actId="478"/>
          <ac:picMkLst>
            <pc:docMk/>
            <pc:sldMk cId="1746347611" sldId="268"/>
            <ac:picMk id="15" creationId="{87CCEE4C-BBD3-F6B0-AE5C-8B8CA0952528}"/>
          </ac:picMkLst>
        </pc:picChg>
        <pc:picChg chg="add del mod">
          <ac:chgData name="layla swift" userId="fedbb6ea80350af6" providerId="LiveId" clId="{137F6713-C1A3-487B-A161-5BCCAEA4495D}" dt="2026-09-03T00:55:57.534" v="2882" actId="478"/>
          <ac:picMkLst>
            <pc:docMk/>
            <pc:sldMk cId="1746347611" sldId="268"/>
            <ac:picMk id="16" creationId="{D17E8B96-F861-EFF1-3107-108570EEA4E3}"/>
          </ac:picMkLst>
        </pc:picChg>
        <pc:picChg chg="add del mod">
          <ac:chgData name="layla swift" userId="fedbb6ea80350af6" providerId="LiveId" clId="{137F6713-C1A3-487B-A161-5BCCAEA4495D}" dt="2026-09-03T00:55:59.774" v="2883" actId="478"/>
          <ac:picMkLst>
            <pc:docMk/>
            <pc:sldMk cId="1746347611" sldId="268"/>
            <ac:picMk id="17" creationId="{743D65A8-B699-D159-4546-444820972278}"/>
          </ac:picMkLst>
        </pc:picChg>
        <pc:picChg chg="del">
          <ac:chgData name="layla swift" userId="fedbb6ea80350af6" providerId="LiveId" clId="{137F6713-C1A3-487B-A161-5BCCAEA4495D}" dt="2026-09-03T00:56:01.522" v="2884" actId="478"/>
          <ac:picMkLst>
            <pc:docMk/>
            <pc:sldMk cId="1746347611" sldId="268"/>
            <ac:picMk id="18" creationId="{091F14C3-2BE3-76D1-9F9A-A23276ABB490}"/>
          </ac:picMkLst>
        </pc:picChg>
        <pc:picChg chg="del">
          <ac:chgData name="layla swift" userId="fedbb6ea80350af6" providerId="LiveId" clId="{137F6713-C1A3-487B-A161-5BCCAEA4495D}" dt="2026-09-03T00:56:03.726" v="2885" actId="478"/>
          <ac:picMkLst>
            <pc:docMk/>
            <pc:sldMk cId="1746347611" sldId="268"/>
            <ac:picMk id="19" creationId="{8B94BC23-5F26-BBC3-7A7E-58377320F40E}"/>
          </ac:picMkLst>
        </pc:picChg>
        <pc:picChg chg="add del mod">
          <ac:chgData name="layla swift" userId="fedbb6ea80350af6" providerId="LiveId" clId="{137F6713-C1A3-487B-A161-5BCCAEA4495D}" dt="2026-09-03T00:56:05.977" v="2886" actId="478"/>
          <ac:picMkLst>
            <pc:docMk/>
            <pc:sldMk cId="1746347611" sldId="268"/>
            <ac:picMk id="20" creationId="{5E01B273-355A-499B-D487-DF5C5BEBD3D6}"/>
          </ac:picMkLst>
        </pc:picChg>
        <pc:picChg chg="add mod">
          <ac:chgData name="layla swift" userId="fedbb6ea80350af6" providerId="LiveId" clId="{137F6713-C1A3-487B-A161-5BCCAEA4495D}" dt="2026-09-03T00:58:55.786" v="2914" actId="14100"/>
          <ac:picMkLst>
            <pc:docMk/>
            <pc:sldMk cId="1746347611" sldId="268"/>
            <ac:picMk id="26" creationId="{A888D66E-9ABD-1777-4212-857838ED80BF}"/>
          </ac:picMkLst>
        </pc:picChg>
        <pc:picChg chg="add mod">
          <ac:chgData name="layla swift" userId="fedbb6ea80350af6" providerId="LiveId" clId="{137F6713-C1A3-487B-A161-5BCCAEA4495D}" dt="2026-09-03T00:57:46.770" v="2901" actId="1076"/>
          <ac:picMkLst>
            <pc:docMk/>
            <pc:sldMk cId="1746347611" sldId="268"/>
            <ac:picMk id="28" creationId="{2E4D5A7E-31FC-AB95-8571-9DB12E7CBE66}"/>
          </ac:picMkLst>
        </pc:picChg>
        <pc:picChg chg="add mod">
          <ac:chgData name="layla swift" userId="fedbb6ea80350af6" providerId="LiveId" clId="{137F6713-C1A3-487B-A161-5BCCAEA4495D}" dt="2026-09-03T00:57:53.876" v="2903" actId="1076"/>
          <ac:picMkLst>
            <pc:docMk/>
            <pc:sldMk cId="1746347611" sldId="268"/>
            <ac:picMk id="30" creationId="{233EDE7C-08B8-318C-9188-E8A344E4020B}"/>
          </ac:picMkLst>
        </pc:picChg>
        <pc:picChg chg="add mod">
          <ac:chgData name="layla swift" userId="fedbb6ea80350af6" providerId="LiveId" clId="{137F6713-C1A3-487B-A161-5BCCAEA4495D}" dt="2026-09-03T00:58:01.446" v="2905" actId="1076"/>
          <ac:picMkLst>
            <pc:docMk/>
            <pc:sldMk cId="1746347611" sldId="268"/>
            <ac:picMk id="32" creationId="{4F50D219-1AA8-E393-ADCF-5B19E63651FE}"/>
          </ac:picMkLst>
        </pc:picChg>
        <pc:picChg chg="add mod">
          <ac:chgData name="layla swift" userId="fedbb6ea80350af6" providerId="LiveId" clId="{137F6713-C1A3-487B-A161-5BCCAEA4495D}" dt="2026-09-03T00:58:07.183" v="2907" actId="1076"/>
          <ac:picMkLst>
            <pc:docMk/>
            <pc:sldMk cId="1746347611" sldId="268"/>
            <ac:picMk id="34" creationId="{15D589DA-5E86-9D60-5C7E-BE93D9424898}"/>
          </ac:picMkLst>
        </pc:picChg>
      </pc:sldChg>
      <pc:sldChg chg="addSp delSp modSp new mod modClrScheme addAnim delAnim modAnim chgLayout">
        <pc:chgData name="layla swift" userId="fedbb6ea80350af6" providerId="LiveId" clId="{137F6713-C1A3-487B-A161-5BCCAEA4495D}" dt="2026-09-03T01:14:21.514" v="3101"/>
        <pc:sldMkLst>
          <pc:docMk/>
          <pc:sldMk cId="4045440078" sldId="269"/>
        </pc:sldMkLst>
        <pc:spChg chg="del">
          <ac:chgData name="layla swift" userId="fedbb6ea80350af6" providerId="LiveId" clId="{137F6713-C1A3-487B-A161-5BCCAEA4495D}" dt="2026-09-03T00:31:15.155" v="2109" actId="26606"/>
          <ac:spMkLst>
            <pc:docMk/>
            <pc:sldMk cId="4045440078" sldId="269"/>
            <ac:spMk id="2" creationId="{3AB2423E-A2E3-42F7-544E-6FBA49CF776C}"/>
          </ac:spMkLst>
        </pc:spChg>
        <pc:spChg chg="del">
          <ac:chgData name="layla swift" userId="fedbb6ea80350af6" providerId="LiveId" clId="{137F6713-C1A3-487B-A161-5BCCAEA4495D}" dt="2026-09-03T00:31:15.155" v="2109" actId="26606"/>
          <ac:spMkLst>
            <pc:docMk/>
            <pc:sldMk cId="4045440078" sldId="269"/>
            <ac:spMk id="3" creationId="{B22D6869-27D5-5F88-B0C7-AE2C92E33A71}"/>
          </ac:spMkLst>
        </pc:spChg>
        <pc:spChg chg="add mod">
          <ac:chgData name="layla swift" userId="fedbb6ea80350af6" providerId="LiveId" clId="{137F6713-C1A3-487B-A161-5BCCAEA4495D}" dt="2026-09-03T00:31:29.064" v="2124" actId="242"/>
          <ac:spMkLst>
            <pc:docMk/>
            <pc:sldMk cId="4045440078" sldId="269"/>
            <ac:spMk id="8" creationId="{4623822D-A8CE-CB33-F998-6B3EB653599A}"/>
          </ac:spMkLst>
        </pc:spChg>
        <pc:spChg chg="add mod">
          <ac:chgData name="layla swift" userId="fedbb6ea80350af6" providerId="LiveId" clId="{137F6713-C1A3-487B-A161-5BCCAEA4495D}" dt="2026-09-03T01:13:50.280" v="3097" actId="20577"/>
          <ac:spMkLst>
            <pc:docMk/>
            <pc:sldMk cId="4045440078" sldId="269"/>
            <ac:spMk id="10" creationId="{135E08B5-F640-7E5B-D685-1180F713063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5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80AC7D-38BB-4BF0-B712-D0C7A73258E4}" type="doc">
      <dgm:prSet loTypeId="urn:microsoft.com/office/officeart/2008/layout/LinedList" loCatId="list" qsTypeId="urn:microsoft.com/office/officeart/2005/8/quickstyle/simple1#20" qsCatId="simple" csTypeId="urn:microsoft.com/office/officeart/2005/8/colors/accent2_2#15" csCatId="accent2"/>
      <dgm:spPr/>
      <dgm:t>
        <a:bodyPr/>
        <a:lstStyle/>
        <a:p>
          <a:endParaRPr lang="en-US"/>
        </a:p>
      </dgm:t>
    </dgm:pt>
    <dgm:pt modelId="{CE31026D-2B11-4A8F-B4EF-61DA00035CF9}">
      <dgm:prSet/>
      <dgm:spPr/>
      <dgm:t>
        <a:bodyPr/>
        <a:lstStyle/>
        <a:p>
          <a:r>
            <a:rPr lang="en-US"/>
            <a:t>4102. Unauthorized access</a:t>
          </a:r>
        </a:p>
      </dgm:t>
    </dgm:pt>
    <dgm:pt modelId="{206715AD-2E63-465F-B2B1-509394267CC7}" type="parTrans" cxnId="{47D136B0-302B-4170-88B2-7B3087BB7332}">
      <dgm:prSet/>
      <dgm:spPr/>
      <dgm:t>
        <a:bodyPr/>
        <a:lstStyle/>
        <a:p>
          <a:endParaRPr lang="en-US"/>
        </a:p>
      </dgm:t>
    </dgm:pt>
    <dgm:pt modelId="{9F759117-7E25-4F2F-A4B1-E58F7F04DB1B}" type="sibTrans" cxnId="{47D136B0-302B-4170-88B2-7B3087BB7332}">
      <dgm:prSet/>
      <dgm:spPr/>
      <dgm:t>
        <a:bodyPr/>
        <a:lstStyle/>
        <a:p>
          <a:endParaRPr lang="en-US"/>
        </a:p>
      </dgm:t>
    </dgm:pt>
    <dgm:pt modelId="{D9A24D8A-B8DD-4E26-8A41-9265AA89C58B}">
      <dgm:prSet/>
      <dgm:spPr/>
      <dgm:t>
        <a:bodyPr/>
        <a:lstStyle/>
        <a:p>
          <a:r>
            <a:rPr lang="en-US"/>
            <a:t>4103. Access to a computer for fraudulent purposes</a:t>
          </a:r>
        </a:p>
      </dgm:t>
    </dgm:pt>
    <dgm:pt modelId="{EEBCAC18-1CE9-447E-9B51-324C2C9E33E0}" type="parTrans" cxnId="{D532E1CE-958C-4E47-97D5-CF68DBB586C0}">
      <dgm:prSet/>
      <dgm:spPr/>
      <dgm:t>
        <a:bodyPr/>
        <a:lstStyle/>
        <a:p>
          <a:endParaRPr lang="en-US"/>
        </a:p>
      </dgm:t>
    </dgm:pt>
    <dgm:pt modelId="{FEF20B87-C365-4D81-8638-F4DC246AC822}" type="sibTrans" cxnId="{D532E1CE-958C-4E47-97D5-CF68DBB586C0}">
      <dgm:prSet/>
      <dgm:spPr/>
      <dgm:t>
        <a:bodyPr/>
        <a:lstStyle/>
        <a:p>
          <a:endParaRPr lang="en-US"/>
        </a:p>
      </dgm:t>
    </dgm:pt>
    <dgm:pt modelId="{DFACDD07-AA23-4689-8B33-18AB834C623B}">
      <dgm:prSet/>
      <dgm:spPr/>
      <dgm:t>
        <a:bodyPr/>
        <a:lstStyle/>
        <a:p>
          <a:r>
            <a:rPr lang="en-US"/>
            <a:t>4104. Alteration, damage, or interference</a:t>
          </a:r>
        </a:p>
      </dgm:t>
    </dgm:pt>
    <dgm:pt modelId="{D09F5853-533A-4B20-B4DC-24F9C567A2F9}" type="parTrans" cxnId="{D24E90B0-BA87-4C35-AC8E-DBAEEB49917E}">
      <dgm:prSet/>
      <dgm:spPr/>
      <dgm:t>
        <a:bodyPr/>
        <a:lstStyle/>
        <a:p>
          <a:endParaRPr lang="en-US"/>
        </a:p>
      </dgm:t>
    </dgm:pt>
    <dgm:pt modelId="{BF59A0F3-4233-478D-940A-F74EB864B811}" type="sibTrans" cxnId="{D24E90B0-BA87-4C35-AC8E-DBAEEB49917E}">
      <dgm:prSet/>
      <dgm:spPr/>
      <dgm:t>
        <a:bodyPr/>
        <a:lstStyle/>
        <a:p>
          <a:endParaRPr lang="en-US"/>
        </a:p>
      </dgm:t>
    </dgm:pt>
    <dgm:pt modelId="{D3209AA2-E471-4B5A-AA49-FB7E0C66212A}">
      <dgm:prSet/>
      <dgm:spPr/>
      <dgm:t>
        <a:bodyPr/>
        <a:lstStyle/>
        <a:p>
          <a:r>
            <a:rPr lang="en-US"/>
            <a:t>4105. Theft or destruction</a:t>
          </a:r>
        </a:p>
      </dgm:t>
    </dgm:pt>
    <dgm:pt modelId="{50EF4FBC-DF6D-49D0-B448-C7A840922309}" type="parTrans" cxnId="{5C3E979E-A21C-471D-AD05-D1A7B32C39E0}">
      <dgm:prSet/>
      <dgm:spPr/>
      <dgm:t>
        <a:bodyPr/>
        <a:lstStyle/>
        <a:p>
          <a:endParaRPr lang="en-US"/>
        </a:p>
      </dgm:t>
    </dgm:pt>
    <dgm:pt modelId="{F469266A-99FC-44EA-824B-A373DFEBDD8E}" type="sibTrans" cxnId="{5C3E979E-A21C-471D-AD05-D1A7B32C39E0}">
      <dgm:prSet/>
      <dgm:spPr/>
      <dgm:t>
        <a:bodyPr/>
        <a:lstStyle/>
        <a:p>
          <a:endParaRPr lang="en-US"/>
        </a:p>
      </dgm:t>
    </dgm:pt>
    <dgm:pt modelId="{9CA41097-0688-46A4-A6C1-EB2DD48D7F92}">
      <dgm:prSet/>
      <dgm:spPr/>
      <dgm:t>
        <a:bodyPr/>
        <a:lstStyle/>
        <a:p>
          <a:r>
            <a:rPr lang="en-US"/>
            <a:t>4106. Civil liability</a:t>
          </a:r>
        </a:p>
      </dgm:t>
    </dgm:pt>
    <dgm:pt modelId="{EAF72E8F-4C63-4208-A7DE-A0265AD0B4D3}" type="parTrans" cxnId="{34ED4086-28AE-4C50-A6B2-B4988E88B456}">
      <dgm:prSet/>
      <dgm:spPr/>
      <dgm:t>
        <a:bodyPr/>
        <a:lstStyle/>
        <a:p>
          <a:endParaRPr lang="en-US"/>
        </a:p>
      </dgm:t>
    </dgm:pt>
    <dgm:pt modelId="{BC79009E-7611-4959-8AE4-C2AC6AAA90C8}" type="sibTrans" cxnId="{34ED4086-28AE-4C50-A6B2-B4988E88B456}">
      <dgm:prSet/>
      <dgm:spPr/>
      <dgm:t>
        <a:bodyPr/>
        <a:lstStyle/>
        <a:p>
          <a:endParaRPr lang="en-US"/>
        </a:p>
      </dgm:t>
    </dgm:pt>
    <dgm:pt modelId="{D1263410-F90F-485B-A20C-5F55C91F5293}">
      <dgm:prSet/>
      <dgm:spPr/>
      <dgm:t>
        <a:bodyPr/>
        <a:lstStyle/>
        <a:p>
          <a:r>
            <a:rPr lang="en-US"/>
            <a:t>4107. Venue</a:t>
          </a:r>
        </a:p>
      </dgm:t>
    </dgm:pt>
    <dgm:pt modelId="{BE489B9C-3FBE-4378-B025-AC7DC2A99CAC}" type="parTrans" cxnId="{EB46A4EE-ADE3-444D-8D72-F1D01C279639}">
      <dgm:prSet/>
      <dgm:spPr/>
      <dgm:t>
        <a:bodyPr/>
        <a:lstStyle/>
        <a:p>
          <a:endParaRPr lang="en-US"/>
        </a:p>
      </dgm:t>
    </dgm:pt>
    <dgm:pt modelId="{C1D2E0E3-644C-44A3-8B84-671CB65D083A}" type="sibTrans" cxnId="{EB46A4EE-ADE3-444D-8D72-F1D01C279639}">
      <dgm:prSet/>
      <dgm:spPr/>
      <dgm:t>
        <a:bodyPr/>
        <a:lstStyle/>
        <a:p>
          <a:endParaRPr lang="en-US"/>
        </a:p>
      </dgm:t>
    </dgm:pt>
    <dgm:pt modelId="{D0BBB62A-EB4B-4C08-8B66-D7B0DDAEEF22}" type="pres">
      <dgm:prSet presAssocID="{7F80AC7D-38BB-4BF0-B712-D0C7A73258E4}" presName="vert0" presStyleCnt="0">
        <dgm:presLayoutVars>
          <dgm:dir/>
          <dgm:animOne val="branch"/>
          <dgm:animLvl val="lvl"/>
        </dgm:presLayoutVars>
      </dgm:prSet>
      <dgm:spPr/>
    </dgm:pt>
    <dgm:pt modelId="{3F8CC338-9648-4DF6-A127-2F503B471DC8}" type="pres">
      <dgm:prSet presAssocID="{CE31026D-2B11-4A8F-B4EF-61DA00035CF9}" presName="thickLine" presStyleLbl="alignNode1" presStyleIdx="0" presStyleCnt="6"/>
      <dgm:spPr/>
    </dgm:pt>
    <dgm:pt modelId="{3A58B86B-AD70-48D2-B8D5-D4EFEB2355DB}" type="pres">
      <dgm:prSet presAssocID="{CE31026D-2B11-4A8F-B4EF-61DA00035CF9}" presName="horz1" presStyleCnt="0"/>
      <dgm:spPr/>
    </dgm:pt>
    <dgm:pt modelId="{6CEBA4AC-8E12-47CC-9E54-0B84729CD711}" type="pres">
      <dgm:prSet presAssocID="{CE31026D-2B11-4A8F-B4EF-61DA00035CF9}" presName="tx1" presStyleLbl="revTx" presStyleIdx="0" presStyleCnt="6"/>
      <dgm:spPr/>
    </dgm:pt>
    <dgm:pt modelId="{490DBDF3-D744-4FF0-A675-2C2313DA05CE}" type="pres">
      <dgm:prSet presAssocID="{CE31026D-2B11-4A8F-B4EF-61DA00035CF9}" presName="vert1" presStyleCnt="0"/>
      <dgm:spPr/>
    </dgm:pt>
    <dgm:pt modelId="{5AB4BF82-FE33-4810-8461-38E69CFC0C41}" type="pres">
      <dgm:prSet presAssocID="{D9A24D8A-B8DD-4E26-8A41-9265AA89C58B}" presName="thickLine" presStyleLbl="alignNode1" presStyleIdx="1" presStyleCnt="6"/>
      <dgm:spPr/>
    </dgm:pt>
    <dgm:pt modelId="{C9AF0E3F-059B-48F0-AB7F-F9A8DA348040}" type="pres">
      <dgm:prSet presAssocID="{D9A24D8A-B8DD-4E26-8A41-9265AA89C58B}" presName="horz1" presStyleCnt="0"/>
      <dgm:spPr/>
    </dgm:pt>
    <dgm:pt modelId="{313BBA06-62C9-4835-8448-2D3A1DD00AE6}" type="pres">
      <dgm:prSet presAssocID="{D9A24D8A-B8DD-4E26-8A41-9265AA89C58B}" presName="tx1" presStyleLbl="revTx" presStyleIdx="1" presStyleCnt="6"/>
      <dgm:spPr/>
    </dgm:pt>
    <dgm:pt modelId="{44A8D610-72A5-4CDB-A876-BF8773EF084A}" type="pres">
      <dgm:prSet presAssocID="{D9A24D8A-B8DD-4E26-8A41-9265AA89C58B}" presName="vert1" presStyleCnt="0"/>
      <dgm:spPr/>
    </dgm:pt>
    <dgm:pt modelId="{37014FF4-7501-43A9-9D08-4281BFF41F74}" type="pres">
      <dgm:prSet presAssocID="{DFACDD07-AA23-4689-8B33-18AB834C623B}" presName="thickLine" presStyleLbl="alignNode1" presStyleIdx="2" presStyleCnt="6"/>
      <dgm:spPr/>
    </dgm:pt>
    <dgm:pt modelId="{DB67FD78-3D63-4406-B75F-BCD54FAC6F44}" type="pres">
      <dgm:prSet presAssocID="{DFACDD07-AA23-4689-8B33-18AB834C623B}" presName="horz1" presStyleCnt="0"/>
      <dgm:spPr/>
    </dgm:pt>
    <dgm:pt modelId="{FB0D91AA-F947-4A05-AB09-F4F1FF869CA6}" type="pres">
      <dgm:prSet presAssocID="{DFACDD07-AA23-4689-8B33-18AB834C623B}" presName="tx1" presStyleLbl="revTx" presStyleIdx="2" presStyleCnt="6"/>
      <dgm:spPr/>
    </dgm:pt>
    <dgm:pt modelId="{F5330488-EED8-4718-B8AD-9C5EC60BBF04}" type="pres">
      <dgm:prSet presAssocID="{DFACDD07-AA23-4689-8B33-18AB834C623B}" presName="vert1" presStyleCnt="0"/>
      <dgm:spPr/>
    </dgm:pt>
    <dgm:pt modelId="{52E4BD41-42F6-4423-B9CE-FB8AE83CC67C}" type="pres">
      <dgm:prSet presAssocID="{D3209AA2-E471-4B5A-AA49-FB7E0C66212A}" presName="thickLine" presStyleLbl="alignNode1" presStyleIdx="3" presStyleCnt="6"/>
      <dgm:spPr/>
    </dgm:pt>
    <dgm:pt modelId="{B05E014F-36A1-43ED-AC16-F327EEEE11E6}" type="pres">
      <dgm:prSet presAssocID="{D3209AA2-E471-4B5A-AA49-FB7E0C66212A}" presName="horz1" presStyleCnt="0"/>
      <dgm:spPr/>
    </dgm:pt>
    <dgm:pt modelId="{8E95802C-6A12-4E3E-8CEC-C61282FA2FE5}" type="pres">
      <dgm:prSet presAssocID="{D3209AA2-E471-4B5A-AA49-FB7E0C66212A}" presName="tx1" presStyleLbl="revTx" presStyleIdx="3" presStyleCnt="6"/>
      <dgm:spPr/>
    </dgm:pt>
    <dgm:pt modelId="{DE8ED2F5-5338-4402-A25A-AD75FD47C129}" type="pres">
      <dgm:prSet presAssocID="{D3209AA2-E471-4B5A-AA49-FB7E0C66212A}" presName="vert1" presStyleCnt="0"/>
      <dgm:spPr/>
    </dgm:pt>
    <dgm:pt modelId="{63191FD5-DE5D-412A-88D3-D999DB5061C6}" type="pres">
      <dgm:prSet presAssocID="{9CA41097-0688-46A4-A6C1-EB2DD48D7F92}" presName="thickLine" presStyleLbl="alignNode1" presStyleIdx="4" presStyleCnt="6"/>
      <dgm:spPr/>
    </dgm:pt>
    <dgm:pt modelId="{B34BE9AB-D55B-4E55-AF37-FB4E9A4A3F35}" type="pres">
      <dgm:prSet presAssocID="{9CA41097-0688-46A4-A6C1-EB2DD48D7F92}" presName="horz1" presStyleCnt="0"/>
      <dgm:spPr/>
    </dgm:pt>
    <dgm:pt modelId="{EC4A1EB9-9810-4C26-AFD2-4E875E1902A4}" type="pres">
      <dgm:prSet presAssocID="{9CA41097-0688-46A4-A6C1-EB2DD48D7F92}" presName="tx1" presStyleLbl="revTx" presStyleIdx="4" presStyleCnt="6"/>
      <dgm:spPr/>
    </dgm:pt>
    <dgm:pt modelId="{71A9AA58-DFFE-46FD-AE6E-B76ADD81907D}" type="pres">
      <dgm:prSet presAssocID="{9CA41097-0688-46A4-A6C1-EB2DD48D7F92}" presName="vert1" presStyleCnt="0"/>
      <dgm:spPr/>
    </dgm:pt>
    <dgm:pt modelId="{410D3D8D-F3DF-4E4B-A8AF-D699DCD2DDF9}" type="pres">
      <dgm:prSet presAssocID="{D1263410-F90F-485B-A20C-5F55C91F5293}" presName="thickLine" presStyleLbl="alignNode1" presStyleIdx="5" presStyleCnt="6"/>
      <dgm:spPr/>
    </dgm:pt>
    <dgm:pt modelId="{71C8C08F-6BDC-4B57-98C3-AF5A38F7C01F}" type="pres">
      <dgm:prSet presAssocID="{D1263410-F90F-485B-A20C-5F55C91F5293}" presName="horz1" presStyleCnt="0"/>
      <dgm:spPr/>
    </dgm:pt>
    <dgm:pt modelId="{FD6A3EF4-0990-4367-909D-B9EC5EE6CF40}" type="pres">
      <dgm:prSet presAssocID="{D1263410-F90F-485B-A20C-5F55C91F5293}" presName="tx1" presStyleLbl="revTx" presStyleIdx="5" presStyleCnt="6"/>
      <dgm:spPr/>
    </dgm:pt>
    <dgm:pt modelId="{CB7A153C-298F-47AD-BBE1-714C08D14E32}" type="pres">
      <dgm:prSet presAssocID="{D1263410-F90F-485B-A20C-5F55C91F5293}" presName="vert1" presStyleCnt="0"/>
      <dgm:spPr/>
    </dgm:pt>
  </dgm:ptLst>
  <dgm:cxnLst>
    <dgm:cxn modelId="{4B93D70D-8B0B-4C10-9545-B67610579D81}" type="presOf" srcId="{9CA41097-0688-46A4-A6C1-EB2DD48D7F92}" destId="{EC4A1EB9-9810-4C26-AFD2-4E875E1902A4}" srcOrd="0" destOrd="0" presId="urn:microsoft.com/office/officeart/2008/layout/LinedList"/>
    <dgm:cxn modelId="{0ECB163E-835A-440F-BAC3-CED08B29F62E}" type="presOf" srcId="{D1263410-F90F-485B-A20C-5F55C91F5293}" destId="{FD6A3EF4-0990-4367-909D-B9EC5EE6CF40}" srcOrd="0" destOrd="0" presId="urn:microsoft.com/office/officeart/2008/layout/LinedList"/>
    <dgm:cxn modelId="{BE784279-A3DF-41E7-AE1F-84523BC4AA3E}" type="presOf" srcId="{CE31026D-2B11-4A8F-B4EF-61DA00035CF9}" destId="{6CEBA4AC-8E12-47CC-9E54-0B84729CD711}" srcOrd="0" destOrd="0" presId="urn:microsoft.com/office/officeart/2008/layout/LinedList"/>
    <dgm:cxn modelId="{A9A54384-F670-49D9-83D3-19C1DDA3E399}" type="presOf" srcId="{DFACDD07-AA23-4689-8B33-18AB834C623B}" destId="{FB0D91AA-F947-4A05-AB09-F4F1FF869CA6}" srcOrd="0" destOrd="0" presId="urn:microsoft.com/office/officeart/2008/layout/LinedList"/>
    <dgm:cxn modelId="{34ED4086-28AE-4C50-A6B2-B4988E88B456}" srcId="{7F80AC7D-38BB-4BF0-B712-D0C7A73258E4}" destId="{9CA41097-0688-46A4-A6C1-EB2DD48D7F92}" srcOrd="4" destOrd="0" parTransId="{EAF72E8F-4C63-4208-A7DE-A0265AD0B4D3}" sibTransId="{BC79009E-7611-4959-8AE4-C2AC6AAA90C8}"/>
    <dgm:cxn modelId="{5C3E979E-A21C-471D-AD05-D1A7B32C39E0}" srcId="{7F80AC7D-38BB-4BF0-B712-D0C7A73258E4}" destId="{D3209AA2-E471-4B5A-AA49-FB7E0C66212A}" srcOrd="3" destOrd="0" parTransId="{50EF4FBC-DF6D-49D0-B448-C7A840922309}" sibTransId="{F469266A-99FC-44EA-824B-A373DFEBDD8E}"/>
    <dgm:cxn modelId="{E102A6A0-4F29-4B93-849A-BC0525A7D83B}" type="presOf" srcId="{D9A24D8A-B8DD-4E26-8A41-9265AA89C58B}" destId="{313BBA06-62C9-4835-8448-2D3A1DD00AE6}" srcOrd="0" destOrd="0" presId="urn:microsoft.com/office/officeart/2008/layout/LinedList"/>
    <dgm:cxn modelId="{47D136B0-302B-4170-88B2-7B3087BB7332}" srcId="{7F80AC7D-38BB-4BF0-B712-D0C7A73258E4}" destId="{CE31026D-2B11-4A8F-B4EF-61DA00035CF9}" srcOrd="0" destOrd="0" parTransId="{206715AD-2E63-465F-B2B1-509394267CC7}" sibTransId="{9F759117-7E25-4F2F-A4B1-E58F7F04DB1B}"/>
    <dgm:cxn modelId="{D24E90B0-BA87-4C35-AC8E-DBAEEB49917E}" srcId="{7F80AC7D-38BB-4BF0-B712-D0C7A73258E4}" destId="{DFACDD07-AA23-4689-8B33-18AB834C623B}" srcOrd="2" destOrd="0" parTransId="{D09F5853-533A-4B20-B4DC-24F9C567A2F9}" sibTransId="{BF59A0F3-4233-478D-940A-F74EB864B811}"/>
    <dgm:cxn modelId="{D532E1CE-958C-4E47-97D5-CF68DBB586C0}" srcId="{7F80AC7D-38BB-4BF0-B712-D0C7A73258E4}" destId="{D9A24D8A-B8DD-4E26-8A41-9265AA89C58B}" srcOrd="1" destOrd="0" parTransId="{EEBCAC18-1CE9-447E-9B51-324C2C9E33E0}" sibTransId="{FEF20B87-C365-4D81-8638-F4DC246AC822}"/>
    <dgm:cxn modelId="{7CDB69D9-05AB-40AD-A3CD-ACDEC54EC630}" type="presOf" srcId="{D3209AA2-E471-4B5A-AA49-FB7E0C66212A}" destId="{8E95802C-6A12-4E3E-8CEC-C61282FA2FE5}" srcOrd="0" destOrd="0" presId="urn:microsoft.com/office/officeart/2008/layout/LinedList"/>
    <dgm:cxn modelId="{2814B8EA-20EB-4F42-B6B6-C82A330E03CB}" type="presOf" srcId="{7F80AC7D-38BB-4BF0-B712-D0C7A73258E4}" destId="{D0BBB62A-EB4B-4C08-8B66-D7B0DDAEEF22}" srcOrd="0" destOrd="0" presId="urn:microsoft.com/office/officeart/2008/layout/LinedList"/>
    <dgm:cxn modelId="{EB46A4EE-ADE3-444D-8D72-F1D01C279639}" srcId="{7F80AC7D-38BB-4BF0-B712-D0C7A73258E4}" destId="{D1263410-F90F-485B-A20C-5F55C91F5293}" srcOrd="5" destOrd="0" parTransId="{BE489B9C-3FBE-4378-B025-AC7DC2A99CAC}" sibTransId="{C1D2E0E3-644C-44A3-8B84-671CB65D083A}"/>
    <dgm:cxn modelId="{0D35E717-8F14-40CC-AF45-DF0BD071A7D6}" type="presParOf" srcId="{D0BBB62A-EB4B-4C08-8B66-D7B0DDAEEF22}" destId="{3F8CC338-9648-4DF6-A127-2F503B471DC8}" srcOrd="0" destOrd="0" presId="urn:microsoft.com/office/officeart/2008/layout/LinedList"/>
    <dgm:cxn modelId="{4FD5C77E-EFBF-4FBA-A0C8-300BC9F50088}" type="presParOf" srcId="{D0BBB62A-EB4B-4C08-8B66-D7B0DDAEEF22}" destId="{3A58B86B-AD70-48D2-B8D5-D4EFEB2355DB}" srcOrd="1" destOrd="0" presId="urn:microsoft.com/office/officeart/2008/layout/LinedList"/>
    <dgm:cxn modelId="{3B24ACA8-E726-4CE5-94D5-821D7F303094}" type="presParOf" srcId="{3A58B86B-AD70-48D2-B8D5-D4EFEB2355DB}" destId="{6CEBA4AC-8E12-47CC-9E54-0B84729CD711}" srcOrd="0" destOrd="0" presId="urn:microsoft.com/office/officeart/2008/layout/LinedList"/>
    <dgm:cxn modelId="{12ABF09F-FD26-462B-8051-8E8739C2550F}" type="presParOf" srcId="{3A58B86B-AD70-48D2-B8D5-D4EFEB2355DB}" destId="{490DBDF3-D744-4FF0-A675-2C2313DA05CE}" srcOrd="1" destOrd="0" presId="urn:microsoft.com/office/officeart/2008/layout/LinedList"/>
    <dgm:cxn modelId="{80386746-30F5-49E6-96B9-C0428852E436}" type="presParOf" srcId="{D0BBB62A-EB4B-4C08-8B66-D7B0DDAEEF22}" destId="{5AB4BF82-FE33-4810-8461-38E69CFC0C41}" srcOrd="2" destOrd="0" presId="urn:microsoft.com/office/officeart/2008/layout/LinedList"/>
    <dgm:cxn modelId="{C9B7D4D7-60FB-4A07-825E-B6E9B60CC51D}" type="presParOf" srcId="{D0BBB62A-EB4B-4C08-8B66-D7B0DDAEEF22}" destId="{C9AF0E3F-059B-48F0-AB7F-F9A8DA348040}" srcOrd="3" destOrd="0" presId="urn:microsoft.com/office/officeart/2008/layout/LinedList"/>
    <dgm:cxn modelId="{027AF456-40CF-4F64-A1E5-29442AB0B27D}" type="presParOf" srcId="{C9AF0E3F-059B-48F0-AB7F-F9A8DA348040}" destId="{313BBA06-62C9-4835-8448-2D3A1DD00AE6}" srcOrd="0" destOrd="0" presId="urn:microsoft.com/office/officeart/2008/layout/LinedList"/>
    <dgm:cxn modelId="{A366C408-6A9A-4FA3-8767-65E008677511}" type="presParOf" srcId="{C9AF0E3F-059B-48F0-AB7F-F9A8DA348040}" destId="{44A8D610-72A5-4CDB-A876-BF8773EF084A}" srcOrd="1" destOrd="0" presId="urn:microsoft.com/office/officeart/2008/layout/LinedList"/>
    <dgm:cxn modelId="{188BE6B7-ABCF-49CD-A905-F09DD43AE31C}" type="presParOf" srcId="{D0BBB62A-EB4B-4C08-8B66-D7B0DDAEEF22}" destId="{37014FF4-7501-43A9-9D08-4281BFF41F74}" srcOrd="4" destOrd="0" presId="urn:microsoft.com/office/officeart/2008/layout/LinedList"/>
    <dgm:cxn modelId="{81BE9681-2254-48B1-A91D-795C3EC21C4F}" type="presParOf" srcId="{D0BBB62A-EB4B-4C08-8B66-D7B0DDAEEF22}" destId="{DB67FD78-3D63-4406-B75F-BCD54FAC6F44}" srcOrd="5" destOrd="0" presId="urn:microsoft.com/office/officeart/2008/layout/LinedList"/>
    <dgm:cxn modelId="{2F28A920-E284-45D5-8E47-DDACDB87395B}" type="presParOf" srcId="{DB67FD78-3D63-4406-B75F-BCD54FAC6F44}" destId="{FB0D91AA-F947-4A05-AB09-F4F1FF869CA6}" srcOrd="0" destOrd="0" presId="urn:microsoft.com/office/officeart/2008/layout/LinedList"/>
    <dgm:cxn modelId="{CAA0070D-683D-44B1-B249-909FFC54859B}" type="presParOf" srcId="{DB67FD78-3D63-4406-B75F-BCD54FAC6F44}" destId="{F5330488-EED8-4718-B8AD-9C5EC60BBF04}" srcOrd="1" destOrd="0" presId="urn:microsoft.com/office/officeart/2008/layout/LinedList"/>
    <dgm:cxn modelId="{9FD6CFCC-3FFE-4FEE-A4D8-4EEC89B443DD}" type="presParOf" srcId="{D0BBB62A-EB4B-4C08-8B66-D7B0DDAEEF22}" destId="{52E4BD41-42F6-4423-B9CE-FB8AE83CC67C}" srcOrd="6" destOrd="0" presId="urn:microsoft.com/office/officeart/2008/layout/LinedList"/>
    <dgm:cxn modelId="{5777C4EA-FC90-42B7-9963-69D1069F7567}" type="presParOf" srcId="{D0BBB62A-EB4B-4C08-8B66-D7B0DDAEEF22}" destId="{B05E014F-36A1-43ED-AC16-F327EEEE11E6}" srcOrd="7" destOrd="0" presId="urn:microsoft.com/office/officeart/2008/layout/LinedList"/>
    <dgm:cxn modelId="{2974A983-A07F-4DFF-B752-685CCDC2D8C7}" type="presParOf" srcId="{B05E014F-36A1-43ED-AC16-F327EEEE11E6}" destId="{8E95802C-6A12-4E3E-8CEC-C61282FA2FE5}" srcOrd="0" destOrd="0" presId="urn:microsoft.com/office/officeart/2008/layout/LinedList"/>
    <dgm:cxn modelId="{325AEDCE-E9CA-46DF-84FD-EFB1B797AD09}" type="presParOf" srcId="{B05E014F-36A1-43ED-AC16-F327EEEE11E6}" destId="{DE8ED2F5-5338-4402-A25A-AD75FD47C129}" srcOrd="1" destOrd="0" presId="urn:microsoft.com/office/officeart/2008/layout/LinedList"/>
    <dgm:cxn modelId="{2DA24481-9D9D-47C7-BF93-86E9D7B0B413}" type="presParOf" srcId="{D0BBB62A-EB4B-4C08-8B66-D7B0DDAEEF22}" destId="{63191FD5-DE5D-412A-88D3-D999DB5061C6}" srcOrd="8" destOrd="0" presId="urn:microsoft.com/office/officeart/2008/layout/LinedList"/>
    <dgm:cxn modelId="{75A755BC-23DF-4E4F-B300-3A8F9B602B4A}" type="presParOf" srcId="{D0BBB62A-EB4B-4C08-8B66-D7B0DDAEEF22}" destId="{B34BE9AB-D55B-4E55-AF37-FB4E9A4A3F35}" srcOrd="9" destOrd="0" presId="urn:microsoft.com/office/officeart/2008/layout/LinedList"/>
    <dgm:cxn modelId="{86CF05D6-3788-41E5-9870-7405F7B4D846}" type="presParOf" srcId="{B34BE9AB-D55B-4E55-AF37-FB4E9A4A3F35}" destId="{EC4A1EB9-9810-4C26-AFD2-4E875E1902A4}" srcOrd="0" destOrd="0" presId="urn:microsoft.com/office/officeart/2008/layout/LinedList"/>
    <dgm:cxn modelId="{72E55941-DD24-45C1-894D-F7C44B2EFF6B}" type="presParOf" srcId="{B34BE9AB-D55B-4E55-AF37-FB4E9A4A3F35}" destId="{71A9AA58-DFFE-46FD-AE6E-B76ADD81907D}" srcOrd="1" destOrd="0" presId="urn:microsoft.com/office/officeart/2008/layout/LinedList"/>
    <dgm:cxn modelId="{138F9D48-1130-4E6C-8647-3F075D434799}" type="presParOf" srcId="{D0BBB62A-EB4B-4C08-8B66-D7B0DDAEEF22}" destId="{410D3D8D-F3DF-4E4B-A8AF-D699DCD2DDF9}" srcOrd="10" destOrd="0" presId="urn:microsoft.com/office/officeart/2008/layout/LinedList"/>
    <dgm:cxn modelId="{9C065457-A32D-42CC-BDC0-49A9CDAD360E}" type="presParOf" srcId="{D0BBB62A-EB4B-4C08-8B66-D7B0DDAEEF22}" destId="{71C8C08F-6BDC-4B57-98C3-AF5A38F7C01F}" srcOrd="11" destOrd="0" presId="urn:microsoft.com/office/officeart/2008/layout/LinedList"/>
    <dgm:cxn modelId="{3E79DFF9-91F1-4B10-89FA-BDBC220603A4}" type="presParOf" srcId="{71C8C08F-6BDC-4B57-98C3-AF5A38F7C01F}" destId="{FD6A3EF4-0990-4367-909D-B9EC5EE6CF40}" srcOrd="0" destOrd="0" presId="urn:microsoft.com/office/officeart/2008/layout/LinedList"/>
    <dgm:cxn modelId="{5D1959E5-0578-4686-B443-A7CB68C68989}" type="presParOf" srcId="{71C8C08F-6BDC-4B57-98C3-AF5A38F7C01F}" destId="{CB7A153C-298F-47AD-BBE1-714C08D14E3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8CC338-9648-4DF6-A127-2F503B471DC8}">
      <dsp:nvSpPr>
        <dsp:cNvPr id="0" name=""/>
        <dsp:cNvSpPr/>
      </dsp:nvSpPr>
      <dsp:spPr>
        <a:xfrm>
          <a:off x="0" y="2674"/>
          <a:ext cx="685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EBA4AC-8E12-47CC-9E54-0B84729CD711}">
      <dsp:nvSpPr>
        <dsp:cNvPr id="0" name=""/>
        <dsp:cNvSpPr/>
      </dsp:nvSpPr>
      <dsp:spPr>
        <a:xfrm>
          <a:off x="0" y="2674"/>
          <a:ext cx="6858000" cy="911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4102. Unauthorized access</a:t>
          </a:r>
        </a:p>
      </dsp:txBody>
      <dsp:txXfrm>
        <a:off x="0" y="2674"/>
        <a:ext cx="6858000" cy="911984"/>
      </dsp:txXfrm>
    </dsp:sp>
    <dsp:sp modelId="{5AB4BF82-FE33-4810-8461-38E69CFC0C41}">
      <dsp:nvSpPr>
        <dsp:cNvPr id="0" name=""/>
        <dsp:cNvSpPr/>
      </dsp:nvSpPr>
      <dsp:spPr>
        <a:xfrm>
          <a:off x="0" y="914658"/>
          <a:ext cx="685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3BBA06-62C9-4835-8448-2D3A1DD00AE6}">
      <dsp:nvSpPr>
        <dsp:cNvPr id="0" name=""/>
        <dsp:cNvSpPr/>
      </dsp:nvSpPr>
      <dsp:spPr>
        <a:xfrm>
          <a:off x="0" y="914658"/>
          <a:ext cx="6858000" cy="911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4103. Access to a computer for fraudulent purposes</a:t>
          </a:r>
        </a:p>
      </dsp:txBody>
      <dsp:txXfrm>
        <a:off x="0" y="914658"/>
        <a:ext cx="6858000" cy="911984"/>
      </dsp:txXfrm>
    </dsp:sp>
    <dsp:sp modelId="{37014FF4-7501-43A9-9D08-4281BFF41F74}">
      <dsp:nvSpPr>
        <dsp:cNvPr id="0" name=""/>
        <dsp:cNvSpPr/>
      </dsp:nvSpPr>
      <dsp:spPr>
        <a:xfrm>
          <a:off x="0" y="1826643"/>
          <a:ext cx="685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0D91AA-F947-4A05-AB09-F4F1FF869CA6}">
      <dsp:nvSpPr>
        <dsp:cNvPr id="0" name=""/>
        <dsp:cNvSpPr/>
      </dsp:nvSpPr>
      <dsp:spPr>
        <a:xfrm>
          <a:off x="0" y="1826643"/>
          <a:ext cx="6858000" cy="911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4104. Alteration, damage, or interference</a:t>
          </a:r>
        </a:p>
      </dsp:txBody>
      <dsp:txXfrm>
        <a:off x="0" y="1826643"/>
        <a:ext cx="6858000" cy="911984"/>
      </dsp:txXfrm>
    </dsp:sp>
    <dsp:sp modelId="{52E4BD41-42F6-4423-B9CE-FB8AE83CC67C}">
      <dsp:nvSpPr>
        <dsp:cNvPr id="0" name=""/>
        <dsp:cNvSpPr/>
      </dsp:nvSpPr>
      <dsp:spPr>
        <a:xfrm>
          <a:off x="0" y="2738627"/>
          <a:ext cx="685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95802C-6A12-4E3E-8CEC-C61282FA2FE5}">
      <dsp:nvSpPr>
        <dsp:cNvPr id="0" name=""/>
        <dsp:cNvSpPr/>
      </dsp:nvSpPr>
      <dsp:spPr>
        <a:xfrm>
          <a:off x="0" y="2738627"/>
          <a:ext cx="6858000" cy="911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4105. Theft or destruction</a:t>
          </a:r>
        </a:p>
      </dsp:txBody>
      <dsp:txXfrm>
        <a:off x="0" y="2738627"/>
        <a:ext cx="6858000" cy="911984"/>
      </dsp:txXfrm>
    </dsp:sp>
    <dsp:sp modelId="{63191FD5-DE5D-412A-88D3-D999DB5061C6}">
      <dsp:nvSpPr>
        <dsp:cNvPr id="0" name=""/>
        <dsp:cNvSpPr/>
      </dsp:nvSpPr>
      <dsp:spPr>
        <a:xfrm>
          <a:off x="0" y="3650612"/>
          <a:ext cx="685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A1EB9-9810-4C26-AFD2-4E875E1902A4}">
      <dsp:nvSpPr>
        <dsp:cNvPr id="0" name=""/>
        <dsp:cNvSpPr/>
      </dsp:nvSpPr>
      <dsp:spPr>
        <a:xfrm>
          <a:off x="0" y="3650612"/>
          <a:ext cx="6858000" cy="911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4106. Civil liability</a:t>
          </a:r>
        </a:p>
      </dsp:txBody>
      <dsp:txXfrm>
        <a:off x="0" y="3650612"/>
        <a:ext cx="6858000" cy="911984"/>
      </dsp:txXfrm>
    </dsp:sp>
    <dsp:sp modelId="{410D3D8D-F3DF-4E4B-A8AF-D699DCD2DDF9}">
      <dsp:nvSpPr>
        <dsp:cNvPr id="0" name=""/>
        <dsp:cNvSpPr/>
      </dsp:nvSpPr>
      <dsp:spPr>
        <a:xfrm>
          <a:off x="0" y="4562597"/>
          <a:ext cx="685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6A3EF4-0990-4367-909D-B9EC5EE6CF40}">
      <dsp:nvSpPr>
        <dsp:cNvPr id="0" name=""/>
        <dsp:cNvSpPr/>
      </dsp:nvSpPr>
      <dsp:spPr>
        <a:xfrm>
          <a:off x="0" y="4562597"/>
          <a:ext cx="6858000" cy="911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4107. Venue</a:t>
          </a:r>
        </a:p>
      </dsp:txBody>
      <dsp:txXfrm>
        <a:off x="0" y="4562597"/>
        <a:ext cx="6858000" cy="9119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57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D909A06-A364-5E3D-6D27-7FAA213C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2" y="1830774"/>
            <a:ext cx="10827328" cy="4332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1E58F-1A72-99FC-BFB5-C1A7E18D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93EAD-9C49-0E73-60D2-E95D760F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1C29A-9EE1-5B40-D317-4A98FF03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071529"/>
            <a:ext cx="5257800" cy="1981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257800"/>
            <a:ext cx="5257800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886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326112-1BD1-F5C0-ED77-E41EEFB03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0" y="1142999"/>
            <a:ext cx="4807529" cy="31886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8300B8C-A996-EF72-0213-6F8F90333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0" y="4560236"/>
            <a:ext cx="4807529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91098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8619" y="609601"/>
            <a:ext cx="5447581" cy="37683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8618" y="4662326"/>
            <a:ext cx="5447582" cy="158607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74772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1" y="529496"/>
            <a:ext cx="10827330" cy="9906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1" y="5337048"/>
            <a:ext cx="10827329" cy="9875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3C616236-6C34-2AB3-9A30-9F0CB3F4E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019299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71622" b="-4719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9772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4600" y="609600"/>
            <a:ext cx="5188529" cy="49530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8504" y="5867400"/>
            <a:ext cx="5188529" cy="3775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A3E0057A-BBE1-599B-C438-DC65F961459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05500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50" y="4038601"/>
            <a:ext cx="6587550" cy="22098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038601"/>
            <a:ext cx="3657600" cy="220979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609598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6486" b="-3232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4548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4359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7436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1CED7D0-671B-7F63-5130-E35828AB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340668"/>
            <a:ext cx="6932507" cy="113583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2A82A9B-9EBD-0A77-F607-E839D43652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9" y="2743200"/>
            <a:ext cx="6932508" cy="3419856"/>
          </a:xfrm>
          <a:noFill/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2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82C81-1CE9-A2E1-1417-0667434DFD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FFC3A-D237-7CAA-92EF-DF9B810EB2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7B383-8CF2-6BB2-8F46-605FE9710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3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3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2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B878F-3C07-D360-EC90-8FEFB87A77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8733C-68A4-04E1-A968-B5C15E3F7E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9E97-1DED-CCA3-AF67-F1BAD79A819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35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2EDB1F-A73E-55BD-6BDA-F6497810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8024" y="855636"/>
            <a:ext cx="5796484" cy="10707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4047690-7015-54CB-752C-C1C7BE42D7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08024" y="2057400"/>
            <a:ext cx="5798176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71DA00E-F240-EC85-5E2B-4DE591F61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sz="900"/>
          </a:p>
        </p:txBody>
      </p:sp>
      <p:sp>
        <p:nvSpPr>
          <p:cNvPr id="5" name="Date Placeholder 8">
            <a:extLst>
              <a:ext uri="{FF2B5EF4-FFF2-40B4-BE49-F238E27FC236}">
                <a16:creationId xmlns:a16="http://schemas.microsoft.com/office/drawing/2014/main" id="{EED5FCE3-5050-A9AE-69B1-6AAB64B6317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505380" y="6346745"/>
            <a:ext cx="176235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15DD76-F653-F74F-4DCD-674241F38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50612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50141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85287"/>
            <a:ext cx="4973865" cy="147022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24600" y="1385287"/>
            <a:ext cx="5181600" cy="3491513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DAA7E-55EA-19E9-ECC7-C74FE582C0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3C363-6C3B-E28D-06F5-AB2EC53D7B8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3258A-CFF4-775F-A29D-30D91D4A5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21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20333"/>
            <a:ext cx="7208520" cy="57506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4084" y="1600200"/>
            <a:ext cx="5735507" cy="2590800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391C811-7699-F021-4CCB-539ACAD0B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8871" y="6343955"/>
            <a:ext cx="273918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D4E6C4-6819-0DF7-D9C4-34177C161B9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785216" y="6343954"/>
            <a:ext cx="22026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8998F3-C99E-11E5-BC33-937A455B2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82179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14393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1388700"/>
            <a:ext cx="3859262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0" y="1389134"/>
            <a:ext cx="6357117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56440-14E3-7B9A-D161-08AB10B8DC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8A7CF-81AE-0AC6-B47B-E2C1EA9D9A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578E8-BCF2-BF9D-84B5-AA93D14D0D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1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050111"/>
            <a:ext cx="3425026" cy="397710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05601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C54C37D-3064-C3C9-078B-4FC8A705F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277C0F5-D964-B2D1-0F39-EC17AB074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5146772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685799"/>
            <a:ext cx="3276601" cy="547725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1" y="685800"/>
            <a:ext cx="6858000" cy="5477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77C0F-A50D-ABB1-D91B-F877E2E8297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E0A937-543E-BBB8-39DD-1E9A45291F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C33EC-C7FC-72B4-C208-8BA6FD4B58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97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687494"/>
            <a:ext cx="2618139" cy="201761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7171" y="687492"/>
            <a:ext cx="7500648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011" r="-15011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2983064"/>
            <a:ext cx="2625774" cy="3187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A72B8-D6F1-AF2B-DF03-17FD2A737E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DF5D5-DF03-873F-A2DA-E5C0EF793F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0C7DB-FD9D-21A6-66CB-087260FBA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12268"/>
            <a:ext cx="3953296" cy="1127275"/>
          </a:xfrm>
        </p:spPr>
        <p:txBody>
          <a:bodyPr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5800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4691" b="-980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5012267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2910-904E-268B-43B3-CAE9F2E4A0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FEBCC-AB7F-E034-5C1D-1AFF70FC780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EE381-D50D-08D2-2D1B-9E61241A22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36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953296" cy="1127275"/>
          </a:xfrm>
        </p:spPr>
        <p:txBody>
          <a:bodyPr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685800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212152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6364" b="-813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51189-9025-E7C1-B611-A7A2BD03B4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EA616-DF83-AFFF-BC05-5AF6783B358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BF149-C859-79EF-0D12-15B124182A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64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4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B16A7-2B91-9487-82EB-D7D5121984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7B84B-FBFC-D589-881E-D4EA9886A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3CF0F-496C-B902-B8FD-2D816F5CB7A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31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687492"/>
            <a:ext cx="6308414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7494" y="2997200"/>
            <a:ext cx="6308414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26407" y="687492"/>
            <a:ext cx="3878100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5737" r="-7573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D054A-88D2-8AC5-BB55-C59F527695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5A21E-8763-2E88-7470-09E43DCB7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99C91-F0A3-3A11-A3D6-7F34DD79D6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86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522" y="687494"/>
            <a:ext cx="5662983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8871" y="687492"/>
            <a:ext cx="4452410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9518" r="-595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41522" y="2053560"/>
            <a:ext cx="567160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F20DA-AED3-283F-9A9E-1F1BCED1D0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F5FD8-373C-BC99-B74A-71C2F138E47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C579E-F3C4-55B0-6D77-9FEBF71C56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162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69" y="687494"/>
            <a:ext cx="6318225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8871" y="2053560"/>
            <a:ext cx="632784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07542" y="687492"/>
            <a:ext cx="3805587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7197" r="-6719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FC07B-DBB3-6713-7446-1CB062A175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CE356-8F45-9528-A1A3-57FFB6F123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DD9CF-D579-D07B-C24D-5A89B1A420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995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3880757"/>
            <a:ext cx="2978729" cy="22823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732115"/>
            <a:ext cx="10827329" cy="27112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4535" b="-3999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880758"/>
            <a:ext cx="7404607" cy="22823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808D1-FDEB-C4DA-A78C-86E9E878FF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C3112-C844-AF9C-BD29-9F54BFB4BEA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3455F-03AC-59D9-5F32-49E6590DEC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72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443498" cy="233045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3267" y="685800"/>
            <a:ext cx="6892933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3636524"/>
            <a:ext cx="10827329" cy="2513999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4491" b="-49353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1176D-6F59-6E6F-1B64-88FAB9F6DC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15A84-35DF-61C1-E0CD-9C9F5E85A15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8B36-4FE1-E52B-160B-145190055F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73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65601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731" r="-873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48599" y="1830773"/>
            <a:ext cx="3657601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C74D3-4953-87AB-DEFD-DAE552B32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4D3FF-FC3B-DF81-D68A-C24A7A51E7F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1B140-6B27-A9E5-686F-E0A1260B13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78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51123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363" r="-253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62821" y="1830773"/>
            <a:ext cx="5143379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CDA6C-1820-A056-2B4A-240B4D831E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3D0EB-A6DA-C46E-D18F-B61C44EF04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B683A-634D-19CA-3758-07887799DC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27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74130" cy="126948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173850"/>
            <a:ext cx="4274130" cy="3963682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2473" r="-3247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3333" y="685800"/>
            <a:ext cx="5932867" cy="5477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79C85-F436-B8CC-25B1-1484A2E6D9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E5895-9C3C-E2ED-0696-017C51EB8F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10E32-BBC0-38C8-4A92-51464FFB2E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981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763" y="687493"/>
            <a:ext cx="6724438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7492"/>
            <a:ext cx="3435929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91918" r="-919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3374" y="2419354"/>
            <a:ext cx="671421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34C21-9AE9-F631-7C47-0FF6C59427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4C698-492C-2FAD-95DB-969CC69A600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39C1F-4C6E-483B-915F-317EFA8BE9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3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687493"/>
            <a:ext cx="7379174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419354"/>
            <a:ext cx="736795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24022" y="687492"/>
            <a:ext cx="2789107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4830" r="-124830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1B279-14F8-811B-68AF-FDEBF89CFB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87AEB-2562-14F9-A50E-AD7A31F76AD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BF552-6277-D4E7-9B98-D4080873F74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90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218" y="687493"/>
            <a:ext cx="7758911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7494" y="687492"/>
            <a:ext cx="2360507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6574" r="-15657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54218" y="1953528"/>
            <a:ext cx="7750288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34294-24E0-2032-5C49-55BAB969D4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2AC9E-77BC-1AD2-8EB8-923CDF4BBE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8A83-D457-8B0A-7A32-F95024D8D5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78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31" y="687493"/>
            <a:ext cx="8424453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1953528"/>
            <a:ext cx="8415090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69355" y="687492"/>
            <a:ext cx="1722308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33120" r="-23312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3ABC3-6B6D-93A5-5D5C-31E2D53D3F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FF304-5BE8-9322-A906-1705F80BA2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9EE94-4C42-847B-A24C-BB0C72B4D2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076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2855064" cy="297267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3942324"/>
            <a:ext cx="2855065" cy="220657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733" r="-1873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4267" y="687492"/>
            <a:ext cx="7348626" cy="5483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D4A13-0539-3541-39AF-1B480EBA2F2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ACC0E-954E-D09D-5796-336CDFE59B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00B6B-DAF9-BF70-8202-C26BBB5E74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45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26CE28-2F47-41A4-DF25-8AEC2F9F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27214"/>
            <a:ext cx="7620000" cy="1135842"/>
          </a:xfrm>
        </p:spPr>
        <p:txBody>
          <a:bodyPr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7B16B5-93A5-3ACF-80AB-6B1967DD6D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8872" y="2743201"/>
            <a:ext cx="5638800" cy="2284013"/>
          </a:xfrm>
        </p:spPr>
        <p:txBody>
          <a:bodyPr anchor="b"/>
          <a:lstStyle>
            <a:lvl1pPr marL="0" indent="0">
              <a:buNone/>
              <a:defRPr sz="138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67011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4800600"/>
            <a:ext cx="5943600" cy="1388534"/>
          </a:xfrm>
        </p:spPr>
        <p:txBody>
          <a:bodyPr vert="horz" lIns="91440" tIns="45720" rIns="91440" bIns="45720" rtlCol="0" anchor="t">
            <a:normAutofit/>
          </a:bodyPr>
          <a:lstStyle>
            <a:lvl1pPr algn="r">
              <a:lnSpc>
                <a:spcPct val="110000"/>
              </a:lnSpc>
              <a:defRPr lang="en-US" sz="2000" dirty="0">
                <a:latin typeface="+mn-lt"/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1" y="1676400"/>
            <a:ext cx="5943600" cy="31242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13800" b="0" dirty="0">
                <a:latin typeface="+mj-lt"/>
              </a:defRPr>
            </a:lvl1pPr>
          </a:lstStyle>
          <a:p>
            <a:pPr marL="0" lvl="0" indent="0">
              <a:lnSpc>
                <a:spcPct val="90000"/>
              </a:lnSpc>
              <a:buNone/>
            </a:pPr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1429174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804" y="4191001"/>
            <a:ext cx="8470392" cy="1762537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lang="en-US" sz="2000" b="0" kern="1200" cap="all" spc="6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0804" y="694935"/>
            <a:ext cx="8470392" cy="3496065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3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0038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39147" y="1830774"/>
            <a:ext cx="9113707" cy="3196443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lang="en-US" sz="4000" b="0" cap="all" spc="600" baseline="0" dirty="0">
                <a:ea typeface="+mj-ea"/>
                <a:cs typeface="+mj-cs"/>
              </a:defRPr>
            </a:lvl1pPr>
            <a:lvl2pPr marL="228600" indent="0" algn="ctr">
              <a:lnSpc>
                <a:spcPct val="90000"/>
              </a:lnSpc>
              <a:buNone/>
              <a:defRPr lang="en-US" sz="2000" dirty="0"/>
            </a:lvl2pPr>
            <a:lvl3pPr marL="457200" indent="0" algn="ctr">
              <a:lnSpc>
                <a:spcPct val="90000"/>
              </a:lnSpc>
              <a:buNone/>
              <a:defRPr lang="en-US" sz="2000" dirty="0"/>
            </a:lvl3pPr>
            <a:lvl4pPr marL="685800" indent="0" algn="ctr">
              <a:lnSpc>
                <a:spcPct val="90000"/>
              </a:lnSpc>
              <a:buNone/>
              <a:defRPr lang="en-US" sz="2000" dirty="0"/>
            </a:lvl4pPr>
            <a:lvl5pPr marL="914400" indent="0" algn="ctr">
              <a:lnSpc>
                <a:spcPct val="90000"/>
              </a:lnSpc>
              <a:buNone/>
              <a:defRPr lang="en-US" sz="2000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6873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1325691"/>
            <a:ext cx="7169728" cy="483736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90131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A9D377F-07AE-65AF-821F-A5C0F12804B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720332"/>
            <a:ext cx="6702552" cy="43068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41688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400" y="5440680"/>
            <a:ext cx="6400800" cy="640080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05400" y="1600200"/>
            <a:ext cx="6400800" cy="3332480"/>
          </a:xfrm>
        </p:spPr>
        <p:txBody>
          <a:bodyPr anchor="b">
            <a:normAutofit/>
          </a:bodyPr>
          <a:lstStyle>
            <a:lvl1pPr marL="164592" indent="-164592" algn="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9104863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A93739-F149-35A6-ADA9-A0193DD6D4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872" y="5440354"/>
            <a:ext cx="5102352" cy="669472"/>
          </a:xfrm>
        </p:spPr>
        <p:txBody>
          <a:bodyPr anchor="ctr"/>
          <a:lstStyle>
            <a:lvl1pPr>
              <a:lnSpc>
                <a:spcPct val="120000"/>
              </a:lnSpc>
              <a:defRPr sz="1600" spc="0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2" y="914400"/>
            <a:ext cx="5102352" cy="420624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48248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943EF64-B72A-842D-443E-85E51FB9C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5600" y="4602480"/>
            <a:ext cx="6400800" cy="64008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0648D1EC-4439-0A29-775B-BBF446B5FEC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6850" y="1143000"/>
            <a:ext cx="9258300" cy="2951480"/>
          </a:xfrm>
        </p:spPr>
        <p:txBody>
          <a:bodyPr anchor="b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9709600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C948E0A-DAAD-770F-21DF-99504CDB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2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6122" y="2057399"/>
            <a:ext cx="5140007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2" y="2057399"/>
            <a:ext cx="5140328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833E-541C-85C6-BF1E-EC605C8F4B3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C70C3-D6A0-EE88-649F-33534359824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95649-E940-A4B1-5901-B56C3AF3CD3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41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B7E0276-8109-589D-7633-DD4218D7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0" y="694932"/>
            <a:ext cx="10827329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0" y="1954766"/>
            <a:ext cx="514741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5774" y="1954766"/>
            <a:ext cx="514191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68456CB-E141-4FD9-87C3-ECEBF8A7D9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0459" y="2788468"/>
            <a:ext cx="5145670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8C7E4C7-BE12-E106-3871-9FD922E346B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1" y="2788468"/>
            <a:ext cx="5140177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0D6F2-E303-8711-DD86-38797649A73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E9AFB-293B-FDFA-726C-92E53E70E9A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F8AA-F8D4-60EA-F11A-6775234BA5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965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A025B8-8BA0-89AA-4360-51FBAF2B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59BD1-7576-196A-D571-FD57E7190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4E8B1-4F38-9B1B-6424-6BC2452D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E196-21CE-CE9F-7563-03912CCB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392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9ECF3-58F8-D0BC-147E-E4CFB492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39631-83CC-B848-B327-B33DAF5A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70C40-BA47-C8B9-46F3-E3616FA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886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85800"/>
            <a:ext cx="3962398" cy="1616185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1" y="2590800"/>
            <a:ext cx="3962399" cy="357225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685800"/>
            <a:ext cx="6371491" cy="546812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2065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42643" cy="162493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679" y="2826137"/>
            <a:ext cx="4230787" cy="3336920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40483" y="698756"/>
            <a:ext cx="6165717" cy="5442639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837" r="-28837"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27748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5417129" cy="1819664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871" y="3276599"/>
            <a:ext cx="10827329" cy="28864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79F71-BB04-AC80-5A43-4718DF5050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1D9A8-162F-30DE-21D0-F531C2AC38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03FBD-DD44-33D2-4C38-3C6BF9FB5E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345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06305"/>
            <a:ext cx="6370507" cy="184202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701660"/>
            <a:ext cx="6370507" cy="232555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9DDBCCE-CCAB-448A-1E13-595ADE9E2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2C093BF-07F3-517D-599F-4A80C3D44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592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8"/>
            <a:ext cx="10825637" cy="792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2" y="1676400"/>
            <a:ext cx="10825636" cy="4486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D7982C74-1A7B-1EF6-C767-EC1102B8BC05}"/>
              </a:ext>
            </a:extLst>
          </p:cNvPr>
          <p:cNvSpPr/>
          <p:nvPr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1C58F15E-3B29-FA0D-33D1-930904DB63AC}"/>
              </a:ext>
            </a:extLst>
          </p:cNvPr>
          <p:cNvSpPr/>
          <p:nvPr userDrawn="1"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ACE51C6-D285-36B9-E05D-34304BF86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3C65791-CE33-6F98-64A9-9C6803567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C4E2BDE-BF41-53AE-AAF9-E1E0BE6AB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91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  <p:sldLayoutId id="2147484024" r:id="rId13"/>
    <p:sldLayoutId id="2147484025" r:id="rId14"/>
    <p:sldLayoutId id="2147484026" r:id="rId15"/>
    <p:sldLayoutId id="2147484027" r:id="rId16"/>
    <p:sldLayoutId id="2147484028" r:id="rId17"/>
    <p:sldLayoutId id="2147484029" r:id="rId18"/>
    <p:sldLayoutId id="2147484030" r:id="rId19"/>
    <p:sldLayoutId id="2147484031" r:id="rId20"/>
    <p:sldLayoutId id="2147484032" r:id="rId21"/>
    <p:sldLayoutId id="2147484033" r:id="rId22"/>
    <p:sldLayoutId id="2147484034" r:id="rId23"/>
    <p:sldLayoutId id="2147484035" r:id="rId24"/>
    <p:sldLayoutId id="2147484036" r:id="rId25"/>
    <p:sldLayoutId id="2147484037" r:id="rId26"/>
    <p:sldLayoutId id="2147484038" r:id="rId27"/>
    <p:sldLayoutId id="2147484039" r:id="rId28"/>
    <p:sldLayoutId id="2147484040" r:id="rId29"/>
    <p:sldLayoutId id="2147484041" r:id="rId30"/>
    <p:sldLayoutId id="2147484042" r:id="rId31"/>
    <p:sldLayoutId id="2147484043" r:id="rId32"/>
    <p:sldLayoutId id="2147484044" r:id="rId33"/>
    <p:sldLayoutId id="2147484045" r:id="rId34"/>
    <p:sldLayoutId id="2147484046" r:id="rId35"/>
    <p:sldLayoutId id="2147484047" r:id="rId36"/>
    <p:sldLayoutId id="2147484048" r:id="rId37"/>
    <p:sldLayoutId id="2147484049" r:id="rId38"/>
    <p:sldLayoutId id="2147484050" r:id="rId39"/>
    <p:sldLayoutId id="2147484051" r:id="rId40"/>
    <p:sldLayoutId id="2147484052" r:id="rId41"/>
    <p:sldLayoutId id="2147484053" r:id="rId42"/>
    <p:sldLayoutId id="2147484054" r:id="rId43"/>
    <p:sldLayoutId id="2147484055" r:id="rId44"/>
    <p:sldLayoutId id="2147484056" r:id="rId45"/>
    <p:sldLayoutId id="2147484057" r:id="rId46"/>
    <p:sldLayoutId id="2147484058" r:id="rId47"/>
    <p:sldLayoutId id="2147484059" r:id="rId48"/>
    <p:sldLayoutId id="2147484060" r:id="rId49"/>
    <p:sldLayoutId id="2147484061" r:id="rId50"/>
    <p:sldLayoutId id="2147484062" r:id="rId51"/>
    <p:sldLayoutId id="2147484063" r:id="rId5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0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 userDrawn="1">
          <p15:clr>
            <a:srgbClr val="F26B43"/>
          </p15:clr>
        </p15:guide>
        <p15:guide id="28" pos="3840" userDrawn="1">
          <p15:clr>
            <a:srgbClr val="F26B43"/>
          </p15:clr>
        </p15:guide>
        <p15:guide id="29" pos="7296" userDrawn="1">
          <p15:clr>
            <a:srgbClr val="F26B43"/>
          </p15:clr>
        </p15:guide>
        <p15:guide id="30" pos="3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Wh4UaODjgU" TargetMode="External"/><Relationship Id="rId2" Type="http://schemas.openxmlformats.org/officeDocument/2006/relationships/hyperlink" Target="https://www.wired.com/2017/05/accidental-kill-switch-slowed-fridays-massive-ransomware-attack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gislature.vermont.gov/statutes/fullchapter/13/087" TargetMode="External"/><Relationship Id="rId5" Type="http://schemas.openxmlformats.org/officeDocument/2006/relationships/hyperlink" Target="https://www.youtube.com/watch?v=HqqEdAbfEh8" TargetMode="External"/><Relationship Id="rId4" Type="http://schemas.openxmlformats.org/officeDocument/2006/relationships/hyperlink" Target="https://www.youtube.com/watch?v=IpwPu_MvIU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>
            <a:normAutofit fontScale="90000"/>
          </a:bodyPr>
          <a:lstStyle/>
          <a:p>
            <a:r>
              <a:rPr lang="en-US" dirty="0"/>
              <a:t>Marcus Hutchins: an Ordinary citizen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>
            <a:normAutofit/>
          </a:bodyPr>
          <a:lstStyle/>
          <a:p>
            <a:r>
              <a:rPr lang="en-US" dirty="0"/>
              <a:t>By Layla Swift</a:t>
            </a:r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B5AA9-C8E1-7FB0-152F-C125BDFE3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u="sng" dirty="0"/>
              <a:t>A life of good and bad choices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551DB-2148-4748-851B-CA7C767BA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2000" dirty="0"/>
              <a:t>Hero of the people?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2E0C7B-8EC5-13AF-1B48-F8BF9D711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0117" y="1954766"/>
            <a:ext cx="5411688" cy="559834"/>
          </a:xfrm>
        </p:spPr>
        <p:txBody>
          <a:bodyPr anchor="ctr">
            <a:noAutofit/>
          </a:bodyPr>
          <a:lstStyle/>
          <a:p>
            <a:pPr algn="ctr"/>
            <a:r>
              <a:rPr lang="en-US" sz="2000" dirty="0"/>
              <a:t>Victim with a dodgy background?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E1D31-4D6E-BA8C-7B11-9FF72BFFF6E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0459" y="2514600"/>
            <a:ext cx="5145670" cy="3662362"/>
          </a:xfrm>
        </p:spPr>
        <p:txBody>
          <a:bodyPr anchor="b">
            <a:normAutofit lnSpcReduction="10000"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Upon learning of his part in creating Kronos, he immediately quit creating malware</a:t>
            </a:r>
          </a:p>
          <a:p>
            <a:r>
              <a:rPr lang="en-US" sz="2000" dirty="0"/>
              <a:t>Found the ‘kill switch’ for WannaCry</a:t>
            </a:r>
          </a:p>
          <a:p>
            <a:r>
              <a:rPr lang="en-US" sz="2000" dirty="0"/>
              <a:t>Also created a ‘sinkhole’ to capture and hold malicious traffic</a:t>
            </a:r>
          </a:p>
          <a:p>
            <a:r>
              <a:rPr lang="en-US" sz="2000" dirty="0"/>
              <a:t>Saved many systems from further infection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061F58-C108-642C-FDD3-3175B6217B4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3" y="2628900"/>
            <a:ext cx="5140177" cy="3548062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Marcus taught himself about coding and played around with writing malware</a:t>
            </a:r>
          </a:p>
          <a:p>
            <a:r>
              <a:rPr lang="en-US" sz="2000" dirty="0"/>
              <a:t>His code was used in UPAS Kit 2.0</a:t>
            </a:r>
          </a:p>
          <a:p>
            <a:r>
              <a:rPr lang="en-US" sz="2000" dirty="0"/>
              <a:t>This code was then developed into the Kronos banking Trojan</a:t>
            </a:r>
          </a:p>
          <a:p>
            <a:r>
              <a:rPr lang="en-US" sz="2000" dirty="0"/>
              <a:t>These were used to steal personal information and financial credentials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89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75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25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7F8E979-D265-6EF9-AFE6-4A918E5A46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Hero of the people</a:t>
            </a:r>
          </a:p>
        </p:txBody>
      </p:sp>
    </p:spTree>
    <p:extLst>
      <p:ext uri="{BB962C8B-B14F-4D97-AF65-F5344CB8AC3E}">
        <p14:creationId xmlns:p14="http://schemas.microsoft.com/office/powerpoint/2010/main" val="838257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9337D-1AD8-8CE7-B675-9241E3611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685799"/>
            <a:ext cx="3276601" cy="5477257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Vermont state law has multiple statutes covering computer crimes: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81B211D-D36A-B94C-519B-D625C62E452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8525969"/>
              </p:ext>
            </p:extLst>
          </p:nvPr>
        </p:nvGraphicFramePr>
        <p:xfrm>
          <a:off x="4648201" y="685800"/>
          <a:ext cx="6858000" cy="547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1989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3CB7-78CB-CC85-52A1-CDD20ABD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4EA60-2181-B7E1-0F5C-ACDB2447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When </a:t>
            </a:r>
            <a:r>
              <a:rPr lang="en-US" dirty="0" err="1"/>
              <a:t>marcus</a:t>
            </a:r>
            <a:r>
              <a:rPr lang="en-US" dirty="0"/>
              <a:t> created the upas kit 2.0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F90B3-BC4A-C0DA-7C4C-B0D5B3EA35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/>
              <a:t>Did he break them?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677B9-70B3-2958-9BD0-70F7843D1D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0459" y="2788468"/>
            <a:ext cx="5801984" cy="338849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600" dirty="0"/>
              <a:t>4102. Unauthorized access</a:t>
            </a:r>
          </a:p>
          <a:p>
            <a:pPr marL="0" indent="0">
              <a:buNone/>
            </a:pPr>
            <a:r>
              <a:rPr lang="en-US" sz="2600" dirty="0"/>
              <a:t>4103. Access to a computer for fraudulent purposes</a:t>
            </a:r>
          </a:p>
          <a:p>
            <a:pPr marL="0" indent="0">
              <a:buNone/>
            </a:pPr>
            <a:r>
              <a:rPr lang="en-US" sz="2600" dirty="0"/>
              <a:t>4104. Alteration, damage, or interference</a:t>
            </a:r>
          </a:p>
          <a:p>
            <a:pPr marL="0" indent="0">
              <a:buNone/>
            </a:pPr>
            <a:r>
              <a:rPr lang="en-US" sz="2600" dirty="0"/>
              <a:t>4105. Theft or destruction</a:t>
            </a:r>
          </a:p>
          <a:p>
            <a:pPr marL="0" indent="0">
              <a:buNone/>
            </a:pPr>
            <a:r>
              <a:rPr lang="en-US" sz="2600" dirty="0"/>
              <a:t>4106. Civil liability</a:t>
            </a:r>
          </a:p>
          <a:p>
            <a:pPr marL="0" indent="0">
              <a:buNone/>
            </a:pPr>
            <a:r>
              <a:rPr lang="en-US" sz="2600" dirty="0"/>
              <a:t>4107. Venue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1D48A-1AED-13B2-515D-06CC8A672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400" dirty="0"/>
              <a:t>Vermont statutes</a:t>
            </a:r>
            <a:r>
              <a:rPr lang="en-US" dirty="0"/>
              <a:t>	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0456AB-2E51-7777-C45B-650FD59C9C93}"/>
              </a:ext>
            </a:extLst>
          </p:cNvPr>
          <p:cNvSpPr/>
          <p:nvPr/>
        </p:nvSpPr>
        <p:spPr>
          <a:xfrm>
            <a:off x="8503724" y="3124201"/>
            <a:ext cx="433007" cy="4318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451405-F279-950B-3DA2-C07AF4C80677}"/>
              </a:ext>
            </a:extLst>
          </p:cNvPr>
          <p:cNvSpPr/>
          <p:nvPr/>
        </p:nvSpPr>
        <p:spPr>
          <a:xfrm>
            <a:off x="8503722" y="3604829"/>
            <a:ext cx="433007" cy="4318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3A10D3-D7B9-965F-19F4-8EFF079DB3CA}"/>
              </a:ext>
            </a:extLst>
          </p:cNvPr>
          <p:cNvSpPr/>
          <p:nvPr/>
        </p:nvSpPr>
        <p:spPr>
          <a:xfrm>
            <a:off x="8503722" y="4089456"/>
            <a:ext cx="433007" cy="4318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04EB46-EEEE-2F78-764A-123859BE4264}"/>
              </a:ext>
            </a:extLst>
          </p:cNvPr>
          <p:cNvSpPr/>
          <p:nvPr/>
        </p:nvSpPr>
        <p:spPr>
          <a:xfrm>
            <a:off x="8503721" y="4574083"/>
            <a:ext cx="433007" cy="4318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F44B4C-1681-B300-C8D8-C7A25969A054}"/>
              </a:ext>
            </a:extLst>
          </p:cNvPr>
          <p:cNvSpPr/>
          <p:nvPr/>
        </p:nvSpPr>
        <p:spPr>
          <a:xfrm>
            <a:off x="8503720" y="5076170"/>
            <a:ext cx="433007" cy="4318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720877-F822-D35B-3ACD-75A114B11377}"/>
              </a:ext>
            </a:extLst>
          </p:cNvPr>
          <p:cNvSpPr/>
          <p:nvPr/>
        </p:nvSpPr>
        <p:spPr>
          <a:xfrm>
            <a:off x="8503723" y="5578868"/>
            <a:ext cx="433007" cy="4318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 descr="The image depicts a green checkmark symbol, indicating approval or a positive status.&#10;&#10;AI-generated content may be incorrect.">
            <a:extLst>
              <a:ext uri="{FF2B5EF4-FFF2-40B4-BE49-F238E27FC236}">
                <a16:creationId xmlns:a16="http://schemas.microsoft.com/office/drawing/2014/main" id="{F52A41BD-2920-D731-1308-144AA5F85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823" y="3187701"/>
            <a:ext cx="304800" cy="304800"/>
          </a:xfrm>
          <a:prstGeom prst="rect">
            <a:avLst/>
          </a:prstGeom>
        </p:spPr>
      </p:pic>
      <p:pic>
        <p:nvPicPr>
          <p:cNvPr id="36" name="Picture 35" descr="The image depicts a green checkmark symbol, indicating approval or a positive status.&#10;&#10;AI-generated content may be incorrect.">
            <a:extLst>
              <a:ext uri="{FF2B5EF4-FFF2-40B4-BE49-F238E27FC236}">
                <a16:creationId xmlns:a16="http://schemas.microsoft.com/office/drawing/2014/main" id="{08840C0E-C18D-074A-E6A2-0823B56D8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823" y="3650564"/>
            <a:ext cx="304800" cy="304800"/>
          </a:xfrm>
          <a:prstGeom prst="rect">
            <a:avLst/>
          </a:prstGeom>
        </p:spPr>
      </p:pic>
      <p:pic>
        <p:nvPicPr>
          <p:cNvPr id="38" name="Picture 37" descr="The image depicts a green checkmark symbol, indicating approval or a positive status.&#10;&#10;AI-generated content may be incorrect.">
            <a:extLst>
              <a:ext uri="{FF2B5EF4-FFF2-40B4-BE49-F238E27FC236}">
                <a16:creationId xmlns:a16="http://schemas.microsoft.com/office/drawing/2014/main" id="{F95CD6AD-F0FD-3A87-378A-D41E79823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823" y="4144226"/>
            <a:ext cx="304800" cy="304800"/>
          </a:xfrm>
          <a:prstGeom prst="rect">
            <a:avLst/>
          </a:prstGeom>
        </p:spPr>
      </p:pic>
      <p:pic>
        <p:nvPicPr>
          <p:cNvPr id="40" name="Picture 39" descr="The image depicts a bright green checkmark symbol, suggesting approval or correctness.&#10;&#10;AI-generated content may be incorrect.">
            <a:extLst>
              <a:ext uri="{FF2B5EF4-FFF2-40B4-BE49-F238E27FC236}">
                <a16:creationId xmlns:a16="http://schemas.microsoft.com/office/drawing/2014/main" id="{14FD3647-D956-64C9-84B1-3504EB5B6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823" y="4634169"/>
            <a:ext cx="304826" cy="304826"/>
          </a:xfrm>
          <a:prstGeom prst="rect">
            <a:avLst/>
          </a:prstGeom>
        </p:spPr>
      </p:pic>
      <p:pic>
        <p:nvPicPr>
          <p:cNvPr id="42" name="Picture 41" descr="The image depicts a bright green checkmark symbol, suggesting approval or correctness.&#10;&#10;AI-generated content may be incorrect.">
            <a:extLst>
              <a:ext uri="{FF2B5EF4-FFF2-40B4-BE49-F238E27FC236}">
                <a16:creationId xmlns:a16="http://schemas.microsoft.com/office/drawing/2014/main" id="{58C73BD4-2B71-4E03-1005-35933BC86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823" y="5127263"/>
            <a:ext cx="304826" cy="304826"/>
          </a:xfrm>
          <a:prstGeom prst="rect">
            <a:avLst/>
          </a:prstGeom>
        </p:spPr>
      </p:pic>
      <p:pic>
        <p:nvPicPr>
          <p:cNvPr id="44" name="Picture 43" descr="The image depicts a bright green checkmark symbol, suggesting approval or correctness.&#10;&#10;AI-generated content may be incorrect.">
            <a:extLst>
              <a:ext uri="{FF2B5EF4-FFF2-40B4-BE49-F238E27FC236}">
                <a16:creationId xmlns:a16="http://schemas.microsoft.com/office/drawing/2014/main" id="{2E516AA8-24EA-C157-CF06-B1804AE86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797" y="5642355"/>
            <a:ext cx="304826" cy="304826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570BE5DB-A954-B30E-C729-D2E371D22389}"/>
              </a:ext>
            </a:extLst>
          </p:cNvPr>
          <p:cNvSpPr txBox="1"/>
          <p:nvPr/>
        </p:nvSpPr>
        <p:spPr>
          <a:xfrm>
            <a:off x="9889067" y="381000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33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7" presetClass="emph" presetSubtype="0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7" presetClass="emph" presetSubtype="0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7" presetClass="emph" presetSubtype="0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7" presetClass="emph" presetSubtype="0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7" presetClass="emph" presetSubtype="0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0A7C3-2A3E-BD8E-987E-C4D51DD50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44EB4-0D49-A4C5-B6A4-E7B22DA3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When Marcus stopped WannaCry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AD55B-834A-B204-CD5F-9DAE4E8FF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/>
              <a:t>Did he break them?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CA825-6EAD-5F07-8C12-807E6A5D94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0459" y="2788468"/>
            <a:ext cx="5801984" cy="338849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600" dirty="0"/>
              <a:t>4102. Unauthorized access</a:t>
            </a:r>
          </a:p>
          <a:p>
            <a:pPr marL="0" indent="0">
              <a:buNone/>
            </a:pPr>
            <a:r>
              <a:rPr lang="en-US" sz="2600" dirty="0"/>
              <a:t>4103. Access to a computer for fraudulent purposes</a:t>
            </a:r>
          </a:p>
          <a:p>
            <a:pPr marL="0" indent="0">
              <a:buNone/>
            </a:pPr>
            <a:r>
              <a:rPr lang="en-US" sz="2600" dirty="0"/>
              <a:t>4104. Alteration, damage, or interference</a:t>
            </a:r>
          </a:p>
          <a:p>
            <a:pPr marL="0" indent="0">
              <a:buNone/>
            </a:pPr>
            <a:r>
              <a:rPr lang="en-US" sz="2600" dirty="0"/>
              <a:t>4105. Theft or destruction</a:t>
            </a:r>
          </a:p>
          <a:p>
            <a:pPr marL="0" indent="0">
              <a:buNone/>
            </a:pPr>
            <a:r>
              <a:rPr lang="en-US" sz="2600" dirty="0"/>
              <a:t>4106. Civil liability</a:t>
            </a:r>
          </a:p>
          <a:p>
            <a:pPr marL="0" indent="0">
              <a:buNone/>
            </a:pPr>
            <a:r>
              <a:rPr lang="en-US" sz="2600" dirty="0"/>
              <a:t>4107. Venue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CF0B8-4EDA-D45A-BC5B-AADF386AD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400" dirty="0"/>
              <a:t>Vermont statutes</a:t>
            </a:r>
            <a:r>
              <a:rPr lang="en-US" dirty="0"/>
              <a:t>	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C052E2-168F-5B9A-43C7-CDFE64A910BE}"/>
              </a:ext>
            </a:extLst>
          </p:cNvPr>
          <p:cNvSpPr/>
          <p:nvPr/>
        </p:nvSpPr>
        <p:spPr>
          <a:xfrm>
            <a:off x="8503724" y="3124201"/>
            <a:ext cx="433007" cy="4318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E78713-0A9D-35DF-9900-01760A103572}"/>
              </a:ext>
            </a:extLst>
          </p:cNvPr>
          <p:cNvSpPr/>
          <p:nvPr/>
        </p:nvSpPr>
        <p:spPr>
          <a:xfrm>
            <a:off x="8503722" y="3604829"/>
            <a:ext cx="433007" cy="4318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91FA79-4D5C-D2A3-70A6-CE1DB573C04B}"/>
              </a:ext>
            </a:extLst>
          </p:cNvPr>
          <p:cNvSpPr/>
          <p:nvPr/>
        </p:nvSpPr>
        <p:spPr>
          <a:xfrm>
            <a:off x="8503722" y="4089456"/>
            <a:ext cx="433007" cy="4318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2747D4-4497-24DD-6785-6272364BE7F0}"/>
              </a:ext>
            </a:extLst>
          </p:cNvPr>
          <p:cNvSpPr/>
          <p:nvPr/>
        </p:nvSpPr>
        <p:spPr>
          <a:xfrm>
            <a:off x="8503721" y="4574083"/>
            <a:ext cx="433007" cy="4318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38DDED-2326-1AAE-0BC3-DAE095D1E733}"/>
              </a:ext>
            </a:extLst>
          </p:cNvPr>
          <p:cNvSpPr/>
          <p:nvPr/>
        </p:nvSpPr>
        <p:spPr>
          <a:xfrm>
            <a:off x="8503720" y="5076170"/>
            <a:ext cx="433007" cy="4318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974E2A-0C5C-41B9-1CC3-DA2B1760AAA1}"/>
              </a:ext>
            </a:extLst>
          </p:cNvPr>
          <p:cNvSpPr/>
          <p:nvPr/>
        </p:nvSpPr>
        <p:spPr>
          <a:xfrm>
            <a:off x="8503723" y="5578868"/>
            <a:ext cx="433007" cy="4318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888D66E-9ABD-1777-4212-857838ED8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817" y="3492595"/>
            <a:ext cx="682811" cy="74987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E4D5A7E-31FC-AB95-8571-9DB12E7CB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817" y="3993307"/>
            <a:ext cx="682811" cy="74987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33EDE7C-08B8-318C-9188-E8A344E40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284" y="4457891"/>
            <a:ext cx="682811" cy="74987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F50D219-1AA8-E393-ADCF-5B19E6365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283" y="4970232"/>
            <a:ext cx="682811" cy="74987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5D589DA-5E86-9D60-5C7E-BE93D9424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283" y="5469660"/>
            <a:ext cx="682811" cy="7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4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84789-42DA-C348-1123-AD30E60CC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050111"/>
            <a:ext cx="3425026" cy="3977107"/>
          </a:xfrm>
        </p:spPr>
        <p:txBody>
          <a:bodyPr anchor="t">
            <a:normAutofit/>
          </a:bodyPr>
          <a:lstStyle/>
          <a:p>
            <a:r>
              <a:rPr lang="en-US" dirty="0"/>
              <a:t>The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EBC31-8BCE-F3A9-99D0-D1E923058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1120" y="948267"/>
            <a:ext cx="7625081" cy="5042505"/>
          </a:xfrm>
        </p:spPr>
        <p:txBody>
          <a:bodyPr anchor="ctr">
            <a:normAutofit lnSpcReduction="10000"/>
          </a:bodyPr>
          <a:lstStyle/>
          <a:p>
            <a:r>
              <a:rPr lang="en-US" sz="2000" dirty="0"/>
              <a:t>Marcus would probably be found guilty of every statute in Vermont’s state law code for the UPAS Kit 2.0.</a:t>
            </a:r>
          </a:p>
          <a:p>
            <a:pPr lvl="1"/>
            <a:r>
              <a:rPr lang="en-US" sz="2000" dirty="0"/>
              <a:t>He created code that had unauthorized access.</a:t>
            </a:r>
          </a:p>
          <a:p>
            <a:pPr lvl="1"/>
            <a:r>
              <a:rPr lang="en-US" sz="2000" dirty="0"/>
              <a:t>The access was for fraudulent purposes</a:t>
            </a:r>
          </a:p>
          <a:p>
            <a:pPr lvl="1"/>
            <a:r>
              <a:rPr lang="en-US" sz="2000" dirty="0"/>
              <a:t>The UPAS Kit 2.0 altered, damaged, and interfered by using a web injection tool.</a:t>
            </a:r>
          </a:p>
          <a:p>
            <a:pPr lvl="1"/>
            <a:r>
              <a:rPr lang="en-US" sz="2000" dirty="0"/>
              <a:t>His code led to theft.</a:t>
            </a:r>
          </a:p>
          <a:p>
            <a:pPr lvl="1"/>
            <a:r>
              <a:rPr lang="en-US" sz="2000" dirty="0"/>
              <a:t>As his actions caused damages, he would be open to civil liability.</a:t>
            </a:r>
          </a:p>
          <a:p>
            <a:pPr lvl="1"/>
            <a:r>
              <a:rPr lang="en-US" sz="2000" dirty="0"/>
              <a:t>If he had created the UPAS Kit 2.0, he would have violated the venue statute.</a:t>
            </a:r>
          </a:p>
          <a:p>
            <a:r>
              <a:rPr lang="en-US" sz="2000" dirty="0"/>
              <a:t>However, Marcus did not commit any crimes when he found and stopped the WannaCry attack.</a:t>
            </a:r>
          </a:p>
        </p:txBody>
      </p:sp>
    </p:spTree>
    <p:extLst>
      <p:ext uri="{BB962C8B-B14F-4D97-AF65-F5344CB8AC3E}">
        <p14:creationId xmlns:p14="http://schemas.microsoft.com/office/powerpoint/2010/main" val="3710180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623822D-A8CE-CB33-F998-6B3EB6535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340668"/>
            <a:ext cx="6932507" cy="1135838"/>
          </a:xfrm>
        </p:spPr>
        <p:txBody>
          <a:bodyPr anchor="ctr"/>
          <a:lstStyle/>
          <a:p>
            <a:pPr algn="ctr"/>
            <a:r>
              <a:rPr lang="en-US" dirty="0"/>
              <a:t>The verdict?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5E08B5-F640-7E5B-D685-1180F71306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9" y="2743200"/>
            <a:ext cx="6932508" cy="341985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Marcus is no victim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 committed crimes that caused damage and hurt innocent people, but he paid for those crimes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 stopped an incredibly damaging ransomware attack by using the skills he gained when he was younger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His story is of a normal, decent human who made bad choices but turned his life around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Marcus is a hero</a:t>
            </a:r>
          </a:p>
        </p:txBody>
      </p:sp>
    </p:spTree>
    <p:extLst>
      <p:ext uri="{BB962C8B-B14F-4D97-AF65-F5344CB8AC3E}">
        <p14:creationId xmlns:p14="http://schemas.microsoft.com/office/powerpoint/2010/main" val="404544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5" presetClass="emph" presetSubtype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" dur="indefinite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8E99-4B76-E231-01FF-8AF4DF33A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5AC30-6E17-328F-2C31-38C6CA15A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Newman, L. H. (2017, May 13). How an accidental “kill switch” slowed Friday’s massive ransomware attack. </a:t>
            </a:r>
            <a:r>
              <a:rPr lang="en-US" sz="2000" i="1" dirty="0"/>
              <a:t>WIRED</a:t>
            </a:r>
            <a:r>
              <a:rPr lang="en-US" sz="2000" dirty="0"/>
              <a:t>. </a:t>
            </a:r>
            <a:r>
              <a:rPr lang="en-US" sz="2000" dirty="0">
                <a:hlinkClick r:id="rId2"/>
              </a:rPr>
              <a:t>https://www.wired.com/2017/05/accidental-kill-switch-slowed-fridays-massive-ransomware-attack/</a:t>
            </a:r>
            <a:endParaRPr lang="en-US" sz="2000" dirty="0"/>
          </a:p>
          <a:p>
            <a:r>
              <a:rPr lang="en-US" sz="2000" dirty="0"/>
              <a:t>Tomorrow Unlocked. (2019, October 25). </a:t>
            </a:r>
            <a:r>
              <a:rPr lang="en-US" sz="2000" i="1" dirty="0"/>
              <a:t>Hacker – WannaCry: The Marcus Hutchins story – Chapter 1</a:t>
            </a:r>
            <a:r>
              <a:rPr lang="en-US" sz="2000" dirty="0"/>
              <a:t> [Video]. YouTube. </a:t>
            </a:r>
            <a:r>
              <a:rPr lang="en-US" sz="2000" dirty="0">
                <a:hlinkClick r:id="rId3"/>
              </a:rPr>
              <a:t>https://www.youtube.com/watch?v=PWh4UaODjgU</a:t>
            </a:r>
            <a:endParaRPr lang="en-US" sz="2000" dirty="0"/>
          </a:p>
          <a:p>
            <a:r>
              <a:rPr lang="en-US" sz="2000" dirty="0"/>
              <a:t>Tomorrow Unlocked. (2019, October 26). </a:t>
            </a:r>
            <a:r>
              <a:rPr lang="en-US" sz="2000" i="1" dirty="0"/>
              <a:t>Hacker – WannaCry: The Marcus Hutchins story – Chapter 2</a:t>
            </a:r>
            <a:r>
              <a:rPr lang="en-US" sz="2000" dirty="0"/>
              <a:t> [Video]. YouTube. </a:t>
            </a:r>
            <a:r>
              <a:rPr lang="en-US" sz="2000" dirty="0">
                <a:hlinkClick r:id="rId4"/>
              </a:rPr>
              <a:t>https://www.youtube.com/watch?v=IpwPu_MvIUM</a:t>
            </a:r>
            <a:endParaRPr lang="en-US" sz="2000" dirty="0"/>
          </a:p>
          <a:p>
            <a:r>
              <a:rPr lang="en-US" sz="2000" dirty="0"/>
              <a:t>Tomorrow Unlocked. (2019, October 27). </a:t>
            </a:r>
            <a:r>
              <a:rPr lang="en-US" sz="2000" i="1" dirty="0"/>
              <a:t>Hacker – WannaCry: The Marcus Hutchins story – Chapter 3</a:t>
            </a:r>
            <a:r>
              <a:rPr lang="en-US" sz="2000" dirty="0"/>
              <a:t> [Video]. YouTube. </a:t>
            </a:r>
            <a:r>
              <a:rPr lang="en-US" sz="2000" dirty="0">
                <a:hlinkClick r:id="rId5"/>
              </a:rPr>
              <a:t>https://www.youtube.com/watch?v=HqqEdAbfEh8</a:t>
            </a:r>
            <a:endParaRPr lang="en-US" sz="2000" dirty="0"/>
          </a:p>
          <a:p>
            <a:r>
              <a:rPr lang="en-US" sz="2000" dirty="0"/>
              <a:t>Vermont General Assembly. (n.d.). </a:t>
            </a:r>
            <a:r>
              <a:rPr lang="en-US" sz="2000" i="1" dirty="0"/>
              <a:t>Title 13: Crimes and criminal procedure, Chapter 87: Computer crimes</a:t>
            </a:r>
            <a:r>
              <a:rPr lang="en-US" sz="2000" dirty="0"/>
              <a:t>. </a:t>
            </a:r>
            <a:r>
              <a:rPr lang="en-US" sz="2000" dirty="0">
                <a:hlinkClick r:id="rId6"/>
              </a:rPr>
              <a:t>https://legislature.vermont.gov/statutes/fullchapter/13/087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70666162"/>
      </p:ext>
    </p:extLst>
  </p:cSld>
  <p:clrMapOvr>
    <a:masterClrMapping/>
  </p:clrMapOvr>
</p:sld>
</file>

<file path=ppt/theme/theme1.xml><?xml version="1.0" encoding="utf-8"?>
<a:theme xmlns:a="http://schemas.openxmlformats.org/drawingml/2006/main" name="Northern lights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3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rthern lights_e16e022e-be2c-4e5f-a1a0-12ee95ec224d_wac_v2" id="{B6B6850C-8787-446D-AEF8-4F4B369C2BE6}" vid="{B649D6A8-486A-404C-BAE4-F6DCFECB1A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AF6374-A7FD-4717-AFE0-646B462CEB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99ED26-B189-4BA1-99D0-1112D8C2F106}">
  <ds:schemaRefs>
    <ds:schemaRef ds:uri="http://purl.org/dc/terms/"/>
    <ds:schemaRef ds:uri="http://schemas.microsoft.com/office/2006/metadata/properties"/>
    <ds:schemaRef ds:uri="http://purl.org/dc/dcmitype/"/>
    <ds:schemaRef ds:uri="http://schemas.microsoft.com/office/2006/documentManagement/types"/>
    <ds:schemaRef ds:uri="230e9df3-be65-4c73-a93b-d1236ebd677e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16c05727-aa75-4e4a-9b5f-8a80a1165891"/>
    <ds:schemaRef ds:uri="71af3243-3dd4-4a8d-8c0d-dd76da1f02a5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{ACD8EFFB-378D-4922-ACBD-AE8A37134680}a68ed2e1-c015-4bc0-a84f-ee5b52e9f56e-TFe16e022e-be2c-4e5f-a1a0-12ee95ec224d7989ee22_win32</Template>
  <TotalTime>1230</TotalTime>
  <Words>610</Words>
  <Application>Microsoft Office PowerPoint</Application>
  <PresentationFormat>Widescreen</PresentationFormat>
  <Paragraphs>65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Avenir Next LT Pro</vt:lpstr>
      <vt:lpstr>Northern lights</vt:lpstr>
      <vt:lpstr>Marcus Hutchins: an Ordinary citizen</vt:lpstr>
      <vt:lpstr>A life of good and bad choices</vt:lpstr>
      <vt:lpstr>Hero of the people</vt:lpstr>
      <vt:lpstr>Vermont state law has multiple statutes covering computer crimes:</vt:lpstr>
      <vt:lpstr>When marcus created the upas kit 2.0</vt:lpstr>
      <vt:lpstr>When Marcus stopped WannaCry</vt:lpstr>
      <vt:lpstr>The summary</vt:lpstr>
      <vt:lpstr>The verdict?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layla swift</dc:creator>
  <cp:lastModifiedBy>layla swift</cp:lastModifiedBy>
  <cp:revision>1</cp:revision>
  <dcterms:created xsi:type="dcterms:W3CDTF">2026-09-01T21:03:31Z</dcterms:created>
  <dcterms:modified xsi:type="dcterms:W3CDTF">2026-09-03T01:14:24Z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