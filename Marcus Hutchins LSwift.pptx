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11" r:id="rId4"/>
  </p:sldMasterIdLst>
  <p:notesMasterIdLst>
    <p:notesMasterId r:id="rId15"/>
  </p:notesMasterIdLst>
  <p:handoutMasterIdLst>
    <p:handoutMasterId r:id="rId16"/>
  </p:handoutMasterIdLst>
  <p:sldIdLst>
    <p:sldId id="260" r:id="rId5"/>
    <p:sldId id="270" r:id="rId6"/>
    <p:sldId id="271" r:id="rId7"/>
    <p:sldId id="267" r:id="rId8"/>
    <p:sldId id="272" r:id="rId9"/>
    <p:sldId id="273" r:id="rId10"/>
    <p:sldId id="266" r:id="rId11"/>
    <p:sldId id="268" r:id="rId12"/>
    <p:sldId id="269" r:id="rId13"/>
    <p:sldId id="265"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95A40E-6191-46DF-88A9-AD4D8317E1A0}" v="334" dt="2026-09-04T02:00:03.9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28"/>
  </p:normalViewPr>
  <p:slideViewPr>
    <p:cSldViewPr snapToGrid="0">
      <p:cViewPr>
        <p:scale>
          <a:sx n="90" d="100"/>
          <a:sy n="90" d="100"/>
        </p:scale>
        <p:origin x="355" y="67"/>
      </p:cViewPr>
      <p:guideLst>
        <p:guide orient="horz" pos="2160"/>
        <p:guide pos="3840"/>
      </p:guideLst>
    </p:cSldViewPr>
  </p:slideViewPr>
  <p:notesTextViewPr>
    <p:cViewPr>
      <p:scale>
        <a:sx n="3" d="2"/>
        <a:sy n="3" d="2"/>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yla swift" userId="fedbb6ea80350af6" providerId="LiveId" clId="{137F6713-C1A3-487B-A161-5BCCAEA4495D}"/>
    <pc:docChg chg="undo redo custSel addSld delSld modSld sldOrd">
      <pc:chgData name="layla swift" userId="fedbb6ea80350af6" providerId="LiveId" clId="{137F6713-C1A3-487B-A161-5BCCAEA4495D}" dt="2026-09-04T02:06:43.360" v="10929" actId="27636"/>
      <pc:docMkLst>
        <pc:docMk/>
      </pc:docMkLst>
      <pc:sldChg chg="modSp mod">
        <pc:chgData name="layla swift" userId="fedbb6ea80350af6" providerId="LiveId" clId="{137F6713-C1A3-487B-A161-5BCCAEA4495D}" dt="2026-09-04T02:06:43.360" v="10929" actId="27636"/>
        <pc:sldMkLst>
          <pc:docMk/>
          <pc:sldMk cId="2329614230" sldId="260"/>
        </pc:sldMkLst>
        <pc:spChg chg="mod">
          <ac:chgData name="layla swift" userId="fedbb6ea80350af6" providerId="LiveId" clId="{137F6713-C1A3-487B-A161-5BCCAEA4495D}" dt="2026-09-04T02:06:43.360" v="10929" actId="27636"/>
          <ac:spMkLst>
            <pc:docMk/>
            <pc:sldMk cId="2329614230" sldId="260"/>
            <ac:spMk id="3" creationId="{F01FB9CD-CBF7-C634-8B2F-5E2490FDF9F0}"/>
          </ac:spMkLst>
        </pc:spChg>
      </pc:sldChg>
      <pc:sldChg chg="addSp delSp modSp del mod ord modClrScheme addAnim delAnim modAnim chgLayout">
        <pc:chgData name="layla swift" userId="fedbb6ea80350af6" providerId="LiveId" clId="{137F6713-C1A3-487B-A161-5BCCAEA4495D}" dt="2026-09-04T01:29:42.234" v="8262" actId="2696"/>
        <pc:sldMkLst>
          <pc:docMk/>
          <pc:sldMk cId="2611897787" sldId="261"/>
        </pc:sldMkLst>
        <pc:spChg chg="mod ord">
          <ac:chgData name="layla swift" userId="fedbb6ea80350af6" providerId="LiveId" clId="{137F6713-C1A3-487B-A161-5BCCAEA4495D}" dt="2026-09-04T00:30:00.779" v="3264" actId="5793"/>
          <ac:spMkLst>
            <pc:docMk/>
            <pc:sldMk cId="2611897787" sldId="261"/>
            <ac:spMk id="2" creationId="{0C2B5AA9-C8E1-7FB0-152F-C125BDFE388E}"/>
          </ac:spMkLst>
        </pc:spChg>
        <pc:spChg chg="mod ord">
          <ac:chgData name="layla swift" userId="fedbb6ea80350af6" providerId="LiveId" clId="{137F6713-C1A3-487B-A161-5BCCAEA4495D}" dt="2026-09-04T00:26:10.602" v="3143" actId="1076"/>
          <ac:spMkLst>
            <pc:docMk/>
            <pc:sldMk cId="2611897787" sldId="261"/>
            <ac:spMk id="3" creationId="{E92E1D31-4D6E-BA8C-7B11-9FF72BFFF6E6}"/>
          </ac:spMkLst>
        </pc:spChg>
        <pc:spChg chg="add del mod ord">
          <ac:chgData name="layla swift" userId="fedbb6ea80350af6" providerId="LiveId" clId="{137F6713-C1A3-487B-A161-5BCCAEA4495D}" dt="2026-09-04T00:30:13.651" v="3265" actId="21"/>
          <ac:spMkLst>
            <pc:docMk/>
            <pc:sldMk cId="2611897787" sldId="261"/>
            <ac:spMk id="4" creationId="{D93551DB-2148-4748-851B-CA7C767BAB03}"/>
          </ac:spMkLst>
        </pc:spChg>
        <pc:spChg chg="add mod ord">
          <ac:chgData name="layla swift" userId="fedbb6ea80350af6" providerId="LiveId" clId="{137F6713-C1A3-487B-A161-5BCCAEA4495D}" dt="2026-09-04T00:25:45.101" v="3140" actId="1076"/>
          <ac:spMkLst>
            <pc:docMk/>
            <pc:sldMk cId="2611897787" sldId="261"/>
            <ac:spMk id="5" creationId="{9D2E0C7B-8EC5-13AF-1B48-F8BF9D711A02}"/>
          </ac:spMkLst>
        </pc:spChg>
        <pc:spChg chg="add mod ord">
          <ac:chgData name="layla swift" userId="fedbb6ea80350af6" providerId="LiveId" clId="{137F6713-C1A3-487B-A161-5BCCAEA4495D}" dt="2026-09-04T00:25:27.349" v="3137" actId="1076"/>
          <ac:spMkLst>
            <pc:docMk/>
            <pc:sldMk cId="2611897787" sldId="261"/>
            <ac:spMk id="6" creationId="{E9061F58-C108-642C-FDD3-3175B6217B42}"/>
          </ac:spMkLst>
        </pc:spChg>
        <pc:spChg chg="add mod">
          <ac:chgData name="layla swift" userId="fedbb6ea80350af6" providerId="LiveId" clId="{137F6713-C1A3-487B-A161-5BCCAEA4495D}" dt="2026-09-04T00:30:13.651" v="3265" actId="21"/>
          <ac:spMkLst>
            <pc:docMk/>
            <pc:sldMk cId="2611897787" sldId="261"/>
            <ac:spMk id="8" creationId="{F8736AEA-2B3D-E123-A05C-D2990BE66226}"/>
          </ac:spMkLst>
        </pc:spChg>
      </pc:sldChg>
      <pc:sldChg chg="addSp delSp modSp del mod ord modClrScheme chgLayout">
        <pc:chgData name="layla swift" userId="fedbb6ea80350af6" providerId="LiveId" clId="{137F6713-C1A3-487B-A161-5BCCAEA4495D}" dt="2026-09-04T01:34:59.105" v="8767" actId="2696"/>
        <pc:sldMkLst>
          <pc:docMk/>
          <pc:sldMk cId="4291989682" sldId="262"/>
        </pc:sldMkLst>
        <pc:spChg chg="mod ord">
          <ac:chgData name="layla swift" userId="fedbb6ea80350af6" providerId="LiveId" clId="{137F6713-C1A3-487B-A161-5BCCAEA4495D}" dt="2026-09-04T01:01:27.787" v="6411" actId="20577"/>
          <ac:spMkLst>
            <pc:docMk/>
            <pc:sldMk cId="4291989682" sldId="262"/>
            <ac:spMk id="2" creationId="{D6C9337D-1AD8-8CE7-B675-9241E3611AA1}"/>
          </ac:spMkLst>
        </pc:spChg>
        <pc:spChg chg="add del mod ord">
          <ac:chgData name="layla swift" userId="fedbb6ea80350af6" providerId="LiveId" clId="{137F6713-C1A3-487B-A161-5BCCAEA4495D}" dt="2026-09-03T00:29:37.507" v="2102" actId="26606"/>
          <ac:spMkLst>
            <pc:docMk/>
            <pc:sldMk cId="4291989682" sldId="262"/>
            <ac:spMk id="3" creationId="{06FFDEEB-5F97-BFD0-7597-5764BF5ED450}"/>
          </ac:spMkLst>
        </pc:spChg>
        <pc:spChg chg="add del mod ord">
          <ac:chgData name="layla swift" userId="fedbb6ea80350af6" providerId="LiveId" clId="{137F6713-C1A3-487B-A161-5BCCAEA4495D}" dt="2026-09-03T00:02:48.419" v="1775" actId="21"/>
          <ac:spMkLst>
            <pc:docMk/>
            <pc:sldMk cId="4291989682" sldId="262"/>
            <ac:spMk id="4" creationId="{BF9C8264-DCDB-D7DD-2B8F-39669C8311D9}"/>
          </ac:spMkLst>
        </pc:spChg>
        <pc:spChg chg="add del mod ord">
          <ac:chgData name="layla swift" userId="fedbb6ea80350af6" providerId="LiveId" clId="{137F6713-C1A3-487B-A161-5BCCAEA4495D}" dt="2026-09-03T00:03:47.553" v="1782" actId="21"/>
          <ac:spMkLst>
            <pc:docMk/>
            <pc:sldMk cId="4291989682" sldId="262"/>
            <ac:spMk id="5" creationId="{B2575839-F084-D694-29AF-605237C9B431}"/>
          </ac:spMkLst>
        </pc:spChg>
        <pc:spChg chg="add del mod ord">
          <ac:chgData name="layla swift" userId="fedbb6ea80350af6" providerId="LiveId" clId="{137F6713-C1A3-487B-A161-5BCCAEA4495D}" dt="2026-09-03T00:03:58.746" v="1784" actId="21"/>
          <ac:spMkLst>
            <pc:docMk/>
            <pc:sldMk cId="4291989682" sldId="262"/>
            <ac:spMk id="6" creationId="{5CD1CF01-7779-9E0D-E1F7-7919AD7E1445}"/>
          </ac:spMkLst>
        </pc:spChg>
        <pc:spChg chg="add del mod">
          <ac:chgData name="layla swift" userId="fedbb6ea80350af6" providerId="LiveId" clId="{137F6713-C1A3-487B-A161-5BCCAEA4495D}" dt="2026-09-03T00:02:54.906" v="1776" actId="21"/>
          <ac:spMkLst>
            <pc:docMk/>
            <pc:sldMk cId="4291989682" sldId="262"/>
            <ac:spMk id="10" creationId="{A423A358-7184-9C54-E415-DF7FDDAEE9BD}"/>
          </ac:spMkLst>
        </pc:spChg>
        <pc:spChg chg="add del mod">
          <ac:chgData name="layla swift" userId="fedbb6ea80350af6" providerId="LiveId" clId="{137F6713-C1A3-487B-A161-5BCCAEA4495D}" dt="2026-09-03T00:03:52.509" v="1783" actId="21"/>
          <ac:spMkLst>
            <pc:docMk/>
            <pc:sldMk cId="4291989682" sldId="262"/>
            <ac:spMk id="12" creationId="{D63C1FB3-D4CF-A95F-7D07-606527559F6A}"/>
          </ac:spMkLst>
        </pc:spChg>
        <pc:spChg chg="add del mod">
          <ac:chgData name="layla swift" userId="fedbb6ea80350af6" providerId="LiveId" clId="{137F6713-C1A3-487B-A161-5BCCAEA4495D}" dt="2026-09-03T00:04:02.635" v="1785" actId="21"/>
          <ac:spMkLst>
            <pc:docMk/>
            <pc:sldMk cId="4291989682" sldId="262"/>
            <ac:spMk id="14" creationId="{4C7197F5-8DA9-8C18-5D00-5A1A80EFE19D}"/>
          </ac:spMkLst>
        </pc:spChg>
        <pc:graphicFrameChg chg="add mod">
          <ac:chgData name="layla swift" userId="fedbb6ea80350af6" providerId="LiveId" clId="{137F6713-C1A3-487B-A161-5BCCAEA4495D}" dt="2026-09-03T00:29:37.507" v="2102" actId="26606"/>
          <ac:graphicFrameMkLst>
            <pc:docMk/>
            <pc:sldMk cId="4291989682" sldId="262"/>
            <ac:graphicFrameMk id="7" creationId="{D81B211D-D36A-B94C-519B-D625C62E4523}"/>
          </ac:graphicFrameMkLst>
        </pc:graphicFrameChg>
      </pc:sldChg>
      <pc:sldChg chg="modSp del mod ord modClrScheme chgLayout">
        <pc:chgData name="layla swift" userId="fedbb6ea80350af6" providerId="LiveId" clId="{137F6713-C1A3-487B-A161-5BCCAEA4495D}" dt="2026-09-04T01:36:32.636" v="8792" actId="2696"/>
        <pc:sldMkLst>
          <pc:docMk/>
          <pc:sldMk cId="3710180488" sldId="263"/>
        </pc:sldMkLst>
        <pc:spChg chg="mod ord">
          <ac:chgData name="layla swift" userId="fedbb6ea80350af6" providerId="LiveId" clId="{137F6713-C1A3-487B-A161-5BCCAEA4495D}" dt="2026-09-03T01:10:44.344" v="3054" actId="20577"/>
          <ac:spMkLst>
            <pc:docMk/>
            <pc:sldMk cId="3710180488" sldId="263"/>
            <ac:spMk id="2" creationId="{CEC84789-42DA-C348-1123-AD30E60CC113}"/>
          </ac:spMkLst>
        </pc:spChg>
        <pc:spChg chg="mod ord">
          <ac:chgData name="layla swift" userId="fedbb6ea80350af6" providerId="LiveId" clId="{137F6713-C1A3-487B-A161-5BCCAEA4495D}" dt="2026-09-03T01:12:24.518" v="3087" actId="20577"/>
          <ac:spMkLst>
            <pc:docMk/>
            <pc:sldMk cId="3710180488" sldId="263"/>
            <ac:spMk id="3" creationId="{D85EBC31-8BCE-F3A9-99D0-D1E923058F94}"/>
          </ac:spMkLst>
        </pc:spChg>
      </pc:sldChg>
      <pc:sldChg chg="addSp modSp del mod modClrScheme chgLayout">
        <pc:chgData name="layla swift" userId="fedbb6ea80350af6" providerId="LiveId" clId="{137F6713-C1A3-487B-A161-5BCCAEA4495D}" dt="2026-09-03T00:26:54.201" v="2075" actId="2696"/>
        <pc:sldMkLst>
          <pc:docMk/>
          <pc:sldMk cId="3809360783" sldId="264"/>
        </pc:sldMkLst>
      </pc:sldChg>
      <pc:sldChg chg="modSp mod">
        <pc:chgData name="layla swift" userId="fedbb6ea80350af6" providerId="LiveId" clId="{137F6713-C1A3-487B-A161-5BCCAEA4495D}" dt="2026-09-04T00:24:33.173" v="3113" actId="27636"/>
        <pc:sldMkLst>
          <pc:docMk/>
          <pc:sldMk cId="4270666162" sldId="265"/>
        </pc:sldMkLst>
        <pc:spChg chg="mod">
          <ac:chgData name="layla swift" userId="fedbb6ea80350af6" providerId="LiveId" clId="{137F6713-C1A3-487B-A161-5BCCAEA4495D}" dt="2026-09-04T00:24:33.173" v="3113" actId="27636"/>
          <ac:spMkLst>
            <pc:docMk/>
            <pc:sldMk cId="4270666162" sldId="265"/>
            <ac:spMk id="3" creationId="{F4F5AC30-6E17-328F-2C31-38C6CA15A62B}"/>
          </ac:spMkLst>
        </pc:spChg>
      </pc:sldChg>
      <pc:sldChg chg="addSp delSp modSp add mod ord modClrScheme addAnim delAnim modAnim chgLayout">
        <pc:chgData name="layla swift" userId="fedbb6ea80350af6" providerId="LiveId" clId="{137F6713-C1A3-487B-A161-5BCCAEA4495D}" dt="2026-09-04T01:29:18.881" v="8259" actId="14100"/>
        <pc:sldMkLst>
          <pc:docMk/>
          <pc:sldMk cId="3692338891" sldId="266"/>
        </pc:sldMkLst>
        <pc:spChg chg="mod ord">
          <ac:chgData name="layla swift" userId="fedbb6ea80350af6" providerId="LiveId" clId="{137F6713-C1A3-487B-A161-5BCCAEA4495D}" dt="2026-09-04T01:05:31.603" v="6526" actId="700"/>
          <ac:spMkLst>
            <pc:docMk/>
            <pc:sldMk cId="3692338891" sldId="266"/>
            <ac:spMk id="2" creationId="{12B4EA60-2181-B7E1-0F5C-ACDB2447A1BA}"/>
          </ac:spMkLst>
        </pc:spChg>
        <pc:spChg chg="mod ord">
          <ac:chgData name="layla swift" userId="fedbb6ea80350af6" providerId="LiveId" clId="{137F6713-C1A3-487B-A161-5BCCAEA4495D}" dt="2026-09-04T01:28:55.597" v="8257" actId="27636"/>
          <ac:spMkLst>
            <pc:docMk/>
            <pc:sldMk cId="3692338891" sldId="266"/>
            <ac:spMk id="3" creationId="{C49677B9-70B3-2958-9BD0-70F7843D1D4F}"/>
          </ac:spMkLst>
        </pc:spChg>
        <pc:spChg chg="mod ord">
          <ac:chgData name="layla swift" userId="fedbb6ea80350af6" providerId="LiveId" clId="{137F6713-C1A3-487B-A161-5BCCAEA4495D}" dt="2026-09-04T01:16:23.001" v="7378" actId="1076"/>
          <ac:spMkLst>
            <pc:docMk/>
            <pc:sldMk cId="3692338891" sldId="266"/>
            <ac:spMk id="4" creationId="{6251D48A-1AED-13B2-515D-06CC8A6725F7}"/>
          </ac:spMkLst>
        </pc:spChg>
        <pc:spChg chg="mod ord">
          <ac:chgData name="layla swift" userId="fedbb6ea80350af6" providerId="LiveId" clId="{137F6713-C1A3-487B-A161-5BCCAEA4495D}" dt="2026-09-04T01:16:38.698" v="7379" actId="1076"/>
          <ac:spMkLst>
            <pc:docMk/>
            <pc:sldMk cId="3692338891" sldId="266"/>
            <ac:spMk id="5" creationId="{876F90B3-BC4A-C0DA-7C4C-B0D5B3EA35AD}"/>
          </ac:spMkLst>
        </pc:spChg>
        <pc:spChg chg="add del mod">
          <ac:chgData name="layla swift" userId="fedbb6ea80350af6" providerId="LiveId" clId="{137F6713-C1A3-487B-A161-5BCCAEA4495D}" dt="2026-09-03T00:09:40.406" v="1922" actId="3680"/>
          <ac:spMkLst>
            <pc:docMk/>
            <pc:sldMk cId="3692338891" sldId="266"/>
            <ac:spMk id="6" creationId="{0FE4C07A-CD95-8E8E-36D9-64D61026837C}"/>
          </ac:spMkLst>
        </pc:spChg>
        <pc:spChg chg="add del mod">
          <ac:chgData name="layla swift" userId="fedbb6ea80350af6" providerId="LiveId" clId="{137F6713-C1A3-487B-A161-5BCCAEA4495D}" dt="2026-09-04T01:03:13.420" v="6431"/>
          <ac:spMkLst>
            <pc:docMk/>
            <pc:sldMk cId="3692338891" sldId="266"/>
            <ac:spMk id="6" creationId="{10FD5580-AFD0-9E45-F0C6-224A83350B36}"/>
          </ac:spMkLst>
        </pc:spChg>
        <pc:spChg chg="add del">
          <ac:chgData name="layla swift" userId="fedbb6ea80350af6" providerId="LiveId" clId="{137F6713-C1A3-487B-A161-5BCCAEA4495D}" dt="2026-09-03T00:07:28.579" v="1905" actId="11529"/>
          <ac:spMkLst>
            <pc:docMk/>
            <pc:sldMk cId="3692338891" sldId="266"/>
            <ac:spMk id="7" creationId="{20631C03-8117-9D90-BDEA-BF47C12E80BA}"/>
          </ac:spMkLst>
        </pc:spChg>
        <pc:spChg chg="add mod ord">
          <ac:chgData name="layla swift" userId="fedbb6ea80350af6" providerId="LiveId" clId="{137F6713-C1A3-487B-A161-5BCCAEA4495D}" dt="2026-09-04T01:29:18.881" v="8259" actId="14100"/>
          <ac:spMkLst>
            <pc:docMk/>
            <pc:sldMk cId="3692338891" sldId="266"/>
            <ac:spMk id="7" creationId="{66A6C33F-16F8-C656-054B-FA04C9EA52CF}"/>
          </ac:spMkLst>
        </pc:spChg>
        <pc:spChg chg="add del mod">
          <ac:chgData name="layla swift" userId="fedbb6ea80350af6" providerId="LiveId" clId="{137F6713-C1A3-487B-A161-5BCCAEA4495D}" dt="2026-09-03T00:09:13.553" v="1921" actId="11529"/>
          <ac:spMkLst>
            <pc:docMk/>
            <pc:sldMk cId="3692338891" sldId="266"/>
            <ac:spMk id="8" creationId="{F85F885D-9743-4D6C-43AC-EC0C52388577}"/>
          </ac:spMkLst>
        </pc:spChg>
        <pc:spChg chg="add mod">
          <ac:chgData name="layla swift" userId="fedbb6ea80350af6" providerId="LiveId" clId="{137F6713-C1A3-487B-A161-5BCCAEA4495D}" dt="2026-09-03T00:41:15.744" v="2754" actId="767"/>
          <ac:spMkLst>
            <pc:docMk/>
            <pc:sldMk cId="3692338891" sldId="266"/>
            <ac:spMk id="12" creationId="{A5AA0C9C-B3CF-F9BE-27F9-E323857F803C}"/>
          </ac:spMkLst>
        </pc:spChg>
        <pc:spChg chg="add del mod">
          <ac:chgData name="layla swift" userId="fedbb6ea80350af6" providerId="LiveId" clId="{137F6713-C1A3-487B-A161-5BCCAEA4495D}" dt="2026-09-04T01:02:20.767" v="6420" actId="21"/>
          <ac:spMkLst>
            <pc:docMk/>
            <pc:sldMk cId="3692338891" sldId="266"/>
            <ac:spMk id="13" creationId="{7B0456AB-2E51-7777-C45B-650FD59C9C93}"/>
          </ac:spMkLst>
        </pc:spChg>
        <pc:spChg chg="add del mod">
          <ac:chgData name="layla swift" userId="fedbb6ea80350af6" providerId="LiveId" clId="{137F6713-C1A3-487B-A161-5BCCAEA4495D}" dt="2026-09-04T01:02:26.303" v="6421" actId="21"/>
          <ac:spMkLst>
            <pc:docMk/>
            <pc:sldMk cId="3692338891" sldId="266"/>
            <ac:spMk id="15" creationId="{23451405-F279-950B-3DA2-C07AF4C80677}"/>
          </ac:spMkLst>
        </pc:spChg>
        <pc:spChg chg="add del mod">
          <ac:chgData name="layla swift" userId="fedbb6ea80350af6" providerId="LiveId" clId="{137F6713-C1A3-487B-A161-5BCCAEA4495D}" dt="2026-09-04T01:02:29.214" v="6422" actId="21"/>
          <ac:spMkLst>
            <pc:docMk/>
            <pc:sldMk cId="3692338891" sldId="266"/>
            <ac:spMk id="17" creationId="{0E3A10D3-D7B9-965F-19F4-8EFF079DB3CA}"/>
          </ac:spMkLst>
        </pc:spChg>
        <pc:spChg chg="add del mod">
          <ac:chgData name="layla swift" userId="fedbb6ea80350af6" providerId="LiveId" clId="{137F6713-C1A3-487B-A161-5BCCAEA4495D}" dt="2026-09-04T01:02:32.783" v="6423" actId="21"/>
          <ac:spMkLst>
            <pc:docMk/>
            <pc:sldMk cId="3692338891" sldId="266"/>
            <ac:spMk id="19" creationId="{7704EB46-EEEE-2F78-764A-123859BE4264}"/>
          </ac:spMkLst>
        </pc:spChg>
        <pc:spChg chg="add del mod">
          <ac:chgData name="layla swift" userId="fedbb6ea80350af6" providerId="LiveId" clId="{137F6713-C1A3-487B-A161-5BCCAEA4495D}" dt="2026-09-04T01:02:36.040" v="6424" actId="21"/>
          <ac:spMkLst>
            <pc:docMk/>
            <pc:sldMk cId="3692338891" sldId="266"/>
            <ac:spMk id="21" creationId="{17F44B4C-1681-B300-C8D8-C7A25969A054}"/>
          </ac:spMkLst>
        </pc:spChg>
        <pc:spChg chg="add del mod">
          <ac:chgData name="layla swift" userId="fedbb6ea80350af6" providerId="LiveId" clId="{137F6713-C1A3-487B-A161-5BCCAEA4495D}" dt="2026-09-04T01:02:39.165" v="6425" actId="21"/>
          <ac:spMkLst>
            <pc:docMk/>
            <pc:sldMk cId="3692338891" sldId="266"/>
            <ac:spMk id="23" creationId="{3C720877-F822-D35B-3ACD-75A114B11377}"/>
          </ac:spMkLst>
        </pc:spChg>
        <pc:spChg chg="add del mod">
          <ac:chgData name="layla swift" userId="fedbb6ea80350af6" providerId="LiveId" clId="{137F6713-C1A3-487B-A161-5BCCAEA4495D}" dt="2026-09-03T00:45:08.653" v="2781" actId="21"/>
          <ac:spMkLst>
            <pc:docMk/>
            <pc:sldMk cId="3692338891" sldId="266"/>
            <ac:spMk id="25" creationId="{52A00D7A-B86B-E89C-D698-35E2E493E21B}"/>
          </ac:spMkLst>
        </pc:spChg>
        <pc:spChg chg="add del mod">
          <ac:chgData name="layla swift" userId="fedbb6ea80350af6" providerId="LiveId" clId="{137F6713-C1A3-487B-A161-5BCCAEA4495D}" dt="2026-09-03T00:46:23.876" v="2795" actId="21"/>
          <ac:spMkLst>
            <pc:docMk/>
            <pc:sldMk cId="3692338891" sldId="266"/>
            <ac:spMk id="26" creationId="{52A00D7A-B86B-E89C-D698-35E2E493E21B}"/>
          </ac:spMkLst>
        </pc:spChg>
        <pc:spChg chg="add del mod">
          <ac:chgData name="layla swift" userId="fedbb6ea80350af6" providerId="LiveId" clId="{137F6713-C1A3-487B-A161-5BCCAEA4495D}" dt="2026-09-03T00:47:06.313" v="2798" actId="21"/>
          <ac:spMkLst>
            <pc:docMk/>
            <pc:sldMk cId="3692338891" sldId="266"/>
            <ac:spMk id="28" creationId="{3AF8F7D0-3767-B075-6D2F-0214E415AA3E}"/>
          </ac:spMkLst>
        </pc:spChg>
        <pc:spChg chg="add del">
          <ac:chgData name="layla swift" userId="fedbb6ea80350af6" providerId="LiveId" clId="{137F6713-C1A3-487B-A161-5BCCAEA4495D}" dt="2026-09-03T00:48:00.607" v="2800" actId="22"/>
          <ac:spMkLst>
            <pc:docMk/>
            <pc:sldMk cId="3692338891" sldId="266"/>
            <ac:spMk id="30" creationId="{AC0B57AC-3CAC-B0B7-A7CD-421FE165174E}"/>
          </ac:spMkLst>
        </pc:spChg>
        <pc:spChg chg="add del">
          <ac:chgData name="layla swift" userId="fedbb6ea80350af6" providerId="LiveId" clId="{137F6713-C1A3-487B-A161-5BCCAEA4495D}" dt="2026-09-03T00:48:14.068" v="2802" actId="22"/>
          <ac:spMkLst>
            <pc:docMk/>
            <pc:sldMk cId="3692338891" sldId="266"/>
            <ac:spMk id="32" creationId="{4F050F18-B7E6-0257-AD25-B4A62D82C67A}"/>
          </ac:spMkLst>
        </pc:spChg>
        <pc:spChg chg="add mod">
          <ac:chgData name="layla swift" userId="fedbb6ea80350af6" providerId="LiveId" clId="{137F6713-C1A3-487B-A161-5BCCAEA4495D}" dt="2026-09-03T01:06:32.714" v="3009" actId="14100"/>
          <ac:spMkLst>
            <pc:docMk/>
            <pc:sldMk cId="3692338891" sldId="266"/>
            <ac:spMk id="45" creationId="{570BE5DB-A954-B30E-C729-D2E371D22389}"/>
          </ac:spMkLst>
        </pc:spChg>
        <pc:graphicFrameChg chg="add del mod ord modGraphic">
          <ac:chgData name="layla swift" userId="fedbb6ea80350af6" providerId="LiveId" clId="{137F6713-C1A3-487B-A161-5BCCAEA4495D}" dt="2026-09-03T00:44:55.168" v="2780" actId="21"/>
          <ac:graphicFrameMkLst>
            <pc:docMk/>
            <pc:sldMk cId="3692338891" sldId="266"/>
            <ac:graphicFrameMk id="11" creationId="{10E4CA61-0207-FB2A-2D67-5A9F05DF4861}"/>
          </ac:graphicFrameMkLst>
        </pc:graphicFrameChg>
        <pc:picChg chg="add del mod ord">
          <ac:chgData name="layla swift" userId="fedbb6ea80350af6" providerId="LiveId" clId="{137F6713-C1A3-487B-A161-5BCCAEA4495D}" dt="2026-09-03T00:09:10.908" v="1917" actId="22"/>
          <ac:picMkLst>
            <pc:docMk/>
            <pc:sldMk cId="3692338891" sldId="266"/>
            <ac:picMk id="10" creationId="{74F35533-6227-0B0B-2BC5-5E844261F679}"/>
          </ac:picMkLst>
        </pc:picChg>
        <pc:picChg chg="add del mod">
          <ac:chgData name="layla swift" userId="fedbb6ea80350af6" providerId="LiveId" clId="{137F6713-C1A3-487B-A161-5BCCAEA4495D}" dt="2026-09-04T01:01:57.823" v="6414" actId="478"/>
          <ac:picMkLst>
            <pc:docMk/>
            <pc:sldMk cId="3692338891" sldId="266"/>
            <ac:picMk id="34" creationId="{F52A41BD-2920-D731-1308-144AA5F85BD0}"/>
          </ac:picMkLst>
        </pc:picChg>
        <pc:picChg chg="add del mod">
          <ac:chgData name="layla swift" userId="fedbb6ea80350af6" providerId="LiveId" clId="{137F6713-C1A3-487B-A161-5BCCAEA4495D}" dt="2026-09-04T01:02:03.015" v="6415" actId="478"/>
          <ac:picMkLst>
            <pc:docMk/>
            <pc:sldMk cId="3692338891" sldId="266"/>
            <ac:picMk id="36" creationId="{08840C0E-C18D-074A-E6A2-0823B56D8549}"/>
          </ac:picMkLst>
        </pc:picChg>
        <pc:picChg chg="add del mod">
          <ac:chgData name="layla swift" userId="fedbb6ea80350af6" providerId="LiveId" clId="{137F6713-C1A3-487B-A161-5BCCAEA4495D}" dt="2026-09-04T01:02:04.829" v="6416" actId="478"/>
          <ac:picMkLst>
            <pc:docMk/>
            <pc:sldMk cId="3692338891" sldId="266"/>
            <ac:picMk id="38" creationId="{F95CD6AD-F0FD-3A87-378A-D41E798231AE}"/>
          </ac:picMkLst>
        </pc:picChg>
        <pc:picChg chg="add del mod">
          <ac:chgData name="layla swift" userId="fedbb6ea80350af6" providerId="LiveId" clId="{137F6713-C1A3-487B-A161-5BCCAEA4495D}" dt="2026-09-04T01:02:06.529" v="6417" actId="478"/>
          <ac:picMkLst>
            <pc:docMk/>
            <pc:sldMk cId="3692338891" sldId="266"/>
            <ac:picMk id="40" creationId="{14FD3647-D956-64C9-84B1-3504EB5B623B}"/>
          </ac:picMkLst>
        </pc:picChg>
        <pc:picChg chg="add del mod">
          <ac:chgData name="layla swift" userId="fedbb6ea80350af6" providerId="LiveId" clId="{137F6713-C1A3-487B-A161-5BCCAEA4495D}" dt="2026-09-04T01:02:08.213" v="6418" actId="478"/>
          <ac:picMkLst>
            <pc:docMk/>
            <pc:sldMk cId="3692338891" sldId="266"/>
            <ac:picMk id="42" creationId="{58C73BD4-2B71-4E03-1005-35933BC863DA}"/>
          </ac:picMkLst>
        </pc:picChg>
        <pc:picChg chg="add del mod">
          <ac:chgData name="layla swift" userId="fedbb6ea80350af6" providerId="LiveId" clId="{137F6713-C1A3-487B-A161-5BCCAEA4495D}" dt="2026-09-04T01:02:10.174" v="6419" actId="478"/>
          <ac:picMkLst>
            <pc:docMk/>
            <pc:sldMk cId="3692338891" sldId="266"/>
            <ac:picMk id="44" creationId="{2E516AA8-24EA-C157-CF06-B1804AE8696F}"/>
          </ac:picMkLst>
        </pc:picChg>
      </pc:sldChg>
      <pc:sldChg chg="addSp delSp modSp new mod ord modClrScheme chgLayout">
        <pc:chgData name="layla swift" userId="fedbb6ea80350af6" providerId="LiveId" clId="{137F6713-C1A3-487B-A161-5BCCAEA4495D}" dt="2026-09-04T00:41:05.529" v="4739" actId="20577"/>
        <pc:sldMkLst>
          <pc:docMk/>
          <pc:sldMk cId="838257676" sldId="267"/>
        </pc:sldMkLst>
        <pc:spChg chg="add mod ord">
          <ac:chgData name="layla swift" userId="fedbb6ea80350af6" providerId="LiveId" clId="{137F6713-C1A3-487B-A161-5BCCAEA4495D}" dt="2026-09-04T00:41:05.529" v="4739" actId="20577"/>
          <ac:spMkLst>
            <pc:docMk/>
            <pc:sldMk cId="838257676" sldId="267"/>
            <ac:spMk id="7" creationId="{97F8E979-D265-6EF9-AFE6-4A918E5A46CC}"/>
          </ac:spMkLst>
        </pc:spChg>
      </pc:sldChg>
      <pc:sldChg chg="addSp delSp modSp add mod addAnim delAnim modAnim chgLayout">
        <pc:chgData name="layla swift" userId="fedbb6ea80350af6" providerId="LiveId" clId="{137F6713-C1A3-487B-A161-5BCCAEA4495D}" dt="2026-09-04T01:51:55.486" v="9774"/>
        <pc:sldMkLst>
          <pc:docMk/>
          <pc:sldMk cId="1746347611" sldId="268"/>
        </pc:sldMkLst>
        <pc:spChg chg="mod ord">
          <ac:chgData name="layla swift" userId="fedbb6ea80350af6" providerId="LiveId" clId="{137F6713-C1A3-487B-A161-5BCCAEA4495D}" dt="2026-09-04T01:21:02.397" v="7447" actId="700"/>
          <ac:spMkLst>
            <pc:docMk/>
            <pc:sldMk cId="1746347611" sldId="268"/>
            <ac:spMk id="2" creationId="{2CD44EB4-0D49-A4C5-B6A4-E7B22DA3FE37}"/>
          </ac:spMkLst>
        </pc:spChg>
        <pc:spChg chg="mod ord">
          <ac:chgData name="layla swift" userId="fedbb6ea80350af6" providerId="LiveId" clId="{137F6713-C1A3-487B-A161-5BCCAEA4495D}" dt="2026-09-04T01:28:07.598" v="8249" actId="20577"/>
          <ac:spMkLst>
            <pc:docMk/>
            <pc:sldMk cId="1746347611" sldId="268"/>
            <ac:spMk id="3" creationId="{A3CCA825-6EAD-5F07-8C12-807E6A5D9403}"/>
          </ac:spMkLst>
        </pc:spChg>
        <pc:spChg chg="mod ord">
          <ac:chgData name="layla swift" userId="fedbb6ea80350af6" providerId="LiveId" clId="{137F6713-C1A3-487B-A161-5BCCAEA4495D}" dt="2026-09-04T01:21:11.125" v="7448" actId="1076"/>
          <ac:spMkLst>
            <pc:docMk/>
            <pc:sldMk cId="1746347611" sldId="268"/>
            <ac:spMk id="4" creationId="{C78CF0B8-4EDA-D45A-BC5B-AADF386ADC3D}"/>
          </ac:spMkLst>
        </pc:spChg>
        <pc:spChg chg="mod ord">
          <ac:chgData name="layla swift" userId="fedbb6ea80350af6" providerId="LiveId" clId="{137F6713-C1A3-487B-A161-5BCCAEA4495D}" dt="2026-09-04T01:21:14.935" v="7449" actId="1076"/>
          <ac:spMkLst>
            <pc:docMk/>
            <pc:sldMk cId="1746347611" sldId="268"/>
            <ac:spMk id="5" creationId="{8B3AD55B-834A-B204-CD5F-9DAE4E8FFC22}"/>
          </ac:spMkLst>
        </pc:spChg>
        <pc:spChg chg="add mod ord">
          <ac:chgData name="layla swift" userId="fedbb6ea80350af6" providerId="LiveId" clId="{137F6713-C1A3-487B-A161-5BCCAEA4495D}" dt="2026-09-04T01:28:39.310" v="8253" actId="14100"/>
          <ac:spMkLst>
            <pc:docMk/>
            <pc:sldMk cId="1746347611" sldId="268"/>
            <ac:spMk id="6" creationId="{95AE8F90-4726-518F-2D19-499D747C4CF9}"/>
          </ac:spMkLst>
        </pc:spChg>
        <pc:spChg chg="add del mod">
          <ac:chgData name="layla swift" userId="fedbb6ea80350af6" providerId="LiveId" clId="{137F6713-C1A3-487B-A161-5BCCAEA4495D}" dt="2026-09-03T00:55:32.286" v="2879" actId="21"/>
          <ac:spMkLst>
            <pc:docMk/>
            <pc:sldMk cId="1746347611" sldId="268"/>
            <ac:spMk id="7" creationId="{7D0A2722-7236-FC2E-8E29-AFC1F805EE11}"/>
          </ac:spMkLst>
        </pc:spChg>
        <pc:spChg chg="add del mod">
          <ac:chgData name="layla swift" userId="fedbb6ea80350af6" providerId="LiveId" clId="{137F6713-C1A3-487B-A161-5BCCAEA4495D}" dt="2026-09-04T01:20:02.684" v="7442" actId="21"/>
          <ac:spMkLst>
            <pc:docMk/>
            <pc:sldMk cId="1746347611" sldId="268"/>
            <ac:spMk id="8" creationId="{07C052E2-168F-5B9A-43C7-CDFE64A910BE}"/>
          </ac:spMkLst>
        </pc:spChg>
        <pc:spChg chg="add del mod">
          <ac:chgData name="layla swift" userId="fedbb6ea80350af6" providerId="LiveId" clId="{137F6713-C1A3-487B-A161-5BCCAEA4495D}" dt="2026-09-04T01:20:08.759" v="7443" actId="21"/>
          <ac:spMkLst>
            <pc:docMk/>
            <pc:sldMk cId="1746347611" sldId="268"/>
            <ac:spMk id="9" creationId="{84E78713-0A9D-35DF-9900-01760A103572}"/>
          </ac:spMkLst>
        </pc:spChg>
        <pc:spChg chg="add del mod">
          <ac:chgData name="layla swift" userId="fedbb6ea80350af6" providerId="LiveId" clId="{137F6713-C1A3-487B-A161-5BCCAEA4495D}" dt="2026-09-04T01:20:08.759" v="7443" actId="21"/>
          <ac:spMkLst>
            <pc:docMk/>
            <pc:sldMk cId="1746347611" sldId="268"/>
            <ac:spMk id="10" creationId="{B291FA79-4D5C-D2A3-70A6-CE1DB573C04B}"/>
          </ac:spMkLst>
        </pc:spChg>
        <pc:spChg chg="add del mod">
          <ac:chgData name="layla swift" userId="fedbb6ea80350af6" providerId="LiveId" clId="{137F6713-C1A3-487B-A161-5BCCAEA4495D}" dt="2026-09-04T01:20:08.759" v="7443" actId="21"/>
          <ac:spMkLst>
            <pc:docMk/>
            <pc:sldMk cId="1746347611" sldId="268"/>
            <ac:spMk id="12" creationId="{492747D4-4497-24DD-6785-6272364BE7F0}"/>
          </ac:spMkLst>
        </pc:spChg>
        <pc:spChg chg="add del mod">
          <ac:chgData name="layla swift" userId="fedbb6ea80350af6" providerId="LiveId" clId="{137F6713-C1A3-487B-A161-5BCCAEA4495D}" dt="2026-09-04T01:20:08.759" v="7443" actId="21"/>
          <ac:spMkLst>
            <pc:docMk/>
            <pc:sldMk cId="1746347611" sldId="268"/>
            <ac:spMk id="13" creationId="{6A38DDED-2326-1AAE-0BC3-DAE095D1E733}"/>
          </ac:spMkLst>
        </pc:spChg>
        <pc:spChg chg="add del mod">
          <ac:chgData name="layla swift" userId="fedbb6ea80350af6" providerId="LiveId" clId="{137F6713-C1A3-487B-A161-5BCCAEA4495D}" dt="2026-09-04T01:20:08.759" v="7443" actId="21"/>
          <ac:spMkLst>
            <pc:docMk/>
            <pc:sldMk cId="1746347611" sldId="268"/>
            <ac:spMk id="14" creationId="{26974E2A-0C5C-41B9-1CC3-DA2B1760AAA1}"/>
          </ac:spMkLst>
        </pc:spChg>
        <pc:spChg chg="add del">
          <ac:chgData name="layla swift" userId="fedbb6ea80350af6" providerId="LiveId" clId="{137F6713-C1A3-487B-A161-5BCCAEA4495D}" dt="2026-09-03T00:57:19.405" v="2895" actId="22"/>
          <ac:spMkLst>
            <pc:docMk/>
            <pc:sldMk cId="1746347611" sldId="268"/>
            <ac:spMk id="22" creationId="{611E64AA-F9EA-1768-24BC-C9E4CA8CFF5A}"/>
          </ac:spMkLst>
        </pc:spChg>
        <pc:spChg chg="add del">
          <ac:chgData name="layla swift" userId="fedbb6ea80350af6" providerId="LiveId" clId="{137F6713-C1A3-487B-A161-5BCCAEA4495D}" dt="2026-09-03T00:57:25.935" v="2897" actId="22"/>
          <ac:spMkLst>
            <pc:docMk/>
            <pc:sldMk cId="1746347611" sldId="268"/>
            <ac:spMk id="24" creationId="{760063A1-81F4-5CAB-9DE0-5BE429053178}"/>
          </ac:spMkLst>
        </pc:spChg>
        <pc:graphicFrameChg chg="del mod modGraphic">
          <ac:chgData name="layla swift" userId="fedbb6ea80350af6" providerId="LiveId" clId="{137F6713-C1A3-487B-A161-5BCCAEA4495D}" dt="2026-09-03T00:55:27.736" v="2878" actId="21"/>
          <ac:graphicFrameMkLst>
            <pc:docMk/>
            <pc:sldMk cId="1746347611" sldId="268"/>
            <ac:graphicFrameMk id="11" creationId="{775219FC-285E-FBBC-F94E-B92789727AEA}"/>
          </ac:graphicFrameMkLst>
        </pc:graphicFrameChg>
        <pc:picChg chg="add del mod">
          <ac:chgData name="layla swift" userId="fedbb6ea80350af6" providerId="LiveId" clId="{137F6713-C1A3-487B-A161-5BCCAEA4495D}" dt="2026-09-03T00:55:54.983" v="2881" actId="478"/>
          <ac:picMkLst>
            <pc:docMk/>
            <pc:sldMk cId="1746347611" sldId="268"/>
            <ac:picMk id="15" creationId="{87CCEE4C-BBD3-F6B0-AE5C-8B8CA0952528}"/>
          </ac:picMkLst>
        </pc:picChg>
        <pc:picChg chg="add del mod">
          <ac:chgData name="layla swift" userId="fedbb6ea80350af6" providerId="LiveId" clId="{137F6713-C1A3-487B-A161-5BCCAEA4495D}" dt="2026-09-03T00:55:57.534" v="2882" actId="478"/>
          <ac:picMkLst>
            <pc:docMk/>
            <pc:sldMk cId="1746347611" sldId="268"/>
            <ac:picMk id="16" creationId="{D17E8B96-F861-EFF1-3107-108570EEA4E3}"/>
          </ac:picMkLst>
        </pc:picChg>
        <pc:picChg chg="add del mod">
          <ac:chgData name="layla swift" userId="fedbb6ea80350af6" providerId="LiveId" clId="{137F6713-C1A3-487B-A161-5BCCAEA4495D}" dt="2026-09-03T00:55:59.774" v="2883" actId="478"/>
          <ac:picMkLst>
            <pc:docMk/>
            <pc:sldMk cId="1746347611" sldId="268"/>
            <ac:picMk id="17" creationId="{743D65A8-B699-D159-4546-444820972278}"/>
          </ac:picMkLst>
        </pc:picChg>
        <pc:picChg chg="del">
          <ac:chgData name="layla swift" userId="fedbb6ea80350af6" providerId="LiveId" clId="{137F6713-C1A3-487B-A161-5BCCAEA4495D}" dt="2026-09-03T00:56:01.522" v="2884" actId="478"/>
          <ac:picMkLst>
            <pc:docMk/>
            <pc:sldMk cId="1746347611" sldId="268"/>
            <ac:picMk id="18" creationId="{091F14C3-2BE3-76D1-9F9A-A23276ABB490}"/>
          </ac:picMkLst>
        </pc:picChg>
        <pc:picChg chg="del">
          <ac:chgData name="layla swift" userId="fedbb6ea80350af6" providerId="LiveId" clId="{137F6713-C1A3-487B-A161-5BCCAEA4495D}" dt="2026-09-03T00:56:03.726" v="2885" actId="478"/>
          <ac:picMkLst>
            <pc:docMk/>
            <pc:sldMk cId="1746347611" sldId="268"/>
            <ac:picMk id="19" creationId="{8B94BC23-5F26-BBC3-7A7E-58377320F40E}"/>
          </ac:picMkLst>
        </pc:picChg>
        <pc:picChg chg="add del mod">
          <ac:chgData name="layla swift" userId="fedbb6ea80350af6" providerId="LiveId" clId="{137F6713-C1A3-487B-A161-5BCCAEA4495D}" dt="2026-09-03T00:56:05.977" v="2886" actId="478"/>
          <ac:picMkLst>
            <pc:docMk/>
            <pc:sldMk cId="1746347611" sldId="268"/>
            <ac:picMk id="20" creationId="{5E01B273-355A-499B-D487-DF5C5BEBD3D6}"/>
          </ac:picMkLst>
        </pc:picChg>
        <pc:picChg chg="add del mod">
          <ac:chgData name="layla swift" userId="fedbb6ea80350af6" providerId="LiveId" clId="{137F6713-C1A3-487B-A161-5BCCAEA4495D}" dt="2026-09-04T01:20:08.759" v="7443" actId="21"/>
          <ac:picMkLst>
            <pc:docMk/>
            <pc:sldMk cId="1746347611" sldId="268"/>
            <ac:picMk id="26" creationId="{A888D66E-9ABD-1777-4212-857838ED80BF}"/>
          </ac:picMkLst>
        </pc:picChg>
        <pc:picChg chg="add del mod">
          <ac:chgData name="layla swift" userId="fedbb6ea80350af6" providerId="LiveId" clId="{137F6713-C1A3-487B-A161-5BCCAEA4495D}" dt="2026-09-04T01:20:08.759" v="7443" actId="21"/>
          <ac:picMkLst>
            <pc:docMk/>
            <pc:sldMk cId="1746347611" sldId="268"/>
            <ac:picMk id="28" creationId="{2E4D5A7E-31FC-AB95-8571-9DB12E7CBE66}"/>
          </ac:picMkLst>
        </pc:picChg>
        <pc:picChg chg="add del mod">
          <ac:chgData name="layla swift" userId="fedbb6ea80350af6" providerId="LiveId" clId="{137F6713-C1A3-487B-A161-5BCCAEA4495D}" dt="2026-09-04T01:20:08.759" v="7443" actId="21"/>
          <ac:picMkLst>
            <pc:docMk/>
            <pc:sldMk cId="1746347611" sldId="268"/>
            <ac:picMk id="30" creationId="{233EDE7C-08B8-318C-9188-E8A344E4020B}"/>
          </ac:picMkLst>
        </pc:picChg>
        <pc:picChg chg="add del mod">
          <ac:chgData name="layla swift" userId="fedbb6ea80350af6" providerId="LiveId" clId="{137F6713-C1A3-487B-A161-5BCCAEA4495D}" dt="2026-09-04T01:20:08.759" v="7443" actId="21"/>
          <ac:picMkLst>
            <pc:docMk/>
            <pc:sldMk cId="1746347611" sldId="268"/>
            <ac:picMk id="32" creationId="{4F50D219-1AA8-E393-ADCF-5B19E63651FE}"/>
          </ac:picMkLst>
        </pc:picChg>
        <pc:picChg chg="add del mod">
          <ac:chgData name="layla swift" userId="fedbb6ea80350af6" providerId="LiveId" clId="{137F6713-C1A3-487B-A161-5BCCAEA4495D}" dt="2026-09-04T01:20:14.269" v="7444" actId="21"/>
          <ac:picMkLst>
            <pc:docMk/>
            <pc:sldMk cId="1746347611" sldId="268"/>
            <ac:picMk id="34" creationId="{15D589DA-5E86-9D60-5C7E-BE93D9424898}"/>
          </ac:picMkLst>
        </pc:picChg>
      </pc:sldChg>
      <pc:sldChg chg="addSp delSp modSp new mod modClrScheme addAnim delAnim modAnim chgLayout">
        <pc:chgData name="layla swift" userId="fedbb6ea80350af6" providerId="LiveId" clId="{137F6713-C1A3-487B-A161-5BCCAEA4495D}" dt="2026-09-04T02:06:09.973" v="10909" actId="20577"/>
        <pc:sldMkLst>
          <pc:docMk/>
          <pc:sldMk cId="4045440078" sldId="269"/>
        </pc:sldMkLst>
        <pc:spChg chg="del">
          <ac:chgData name="layla swift" userId="fedbb6ea80350af6" providerId="LiveId" clId="{137F6713-C1A3-487B-A161-5BCCAEA4495D}" dt="2026-09-03T00:31:15.155" v="2109" actId="26606"/>
          <ac:spMkLst>
            <pc:docMk/>
            <pc:sldMk cId="4045440078" sldId="269"/>
            <ac:spMk id="2" creationId="{3AB2423E-A2E3-42F7-544E-6FBA49CF776C}"/>
          </ac:spMkLst>
        </pc:spChg>
        <pc:spChg chg="del">
          <ac:chgData name="layla swift" userId="fedbb6ea80350af6" providerId="LiveId" clId="{137F6713-C1A3-487B-A161-5BCCAEA4495D}" dt="2026-09-03T00:31:15.155" v="2109" actId="26606"/>
          <ac:spMkLst>
            <pc:docMk/>
            <pc:sldMk cId="4045440078" sldId="269"/>
            <ac:spMk id="3" creationId="{B22D6869-27D5-5F88-B0C7-AE2C92E33A71}"/>
          </ac:spMkLst>
        </pc:spChg>
        <pc:spChg chg="add mod">
          <ac:chgData name="layla swift" userId="fedbb6ea80350af6" providerId="LiveId" clId="{137F6713-C1A3-487B-A161-5BCCAEA4495D}" dt="2026-09-03T00:31:29.064" v="2124" actId="242"/>
          <ac:spMkLst>
            <pc:docMk/>
            <pc:sldMk cId="4045440078" sldId="269"/>
            <ac:spMk id="8" creationId="{4623822D-A8CE-CB33-F998-6B3EB653599A}"/>
          </ac:spMkLst>
        </pc:spChg>
        <pc:spChg chg="add mod">
          <ac:chgData name="layla swift" userId="fedbb6ea80350af6" providerId="LiveId" clId="{137F6713-C1A3-487B-A161-5BCCAEA4495D}" dt="2026-09-04T02:06:09.973" v="10909" actId="20577"/>
          <ac:spMkLst>
            <pc:docMk/>
            <pc:sldMk cId="4045440078" sldId="269"/>
            <ac:spMk id="10" creationId="{135E08B5-F640-7E5B-D685-1180F7130630}"/>
          </ac:spMkLst>
        </pc:spChg>
      </pc:sldChg>
      <pc:sldChg chg="modSp add mod ord">
        <pc:chgData name="layla swift" userId="fedbb6ea80350af6" providerId="LiveId" clId="{137F6713-C1A3-487B-A161-5BCCAEA4495D}" dt="2026-09-04T00:28:09.658" v="3179" actId="20577"/>
        <pc:sldMkLst>
          <pc:docMk/>
          <pc:sldMk cId="1396768452" sldId="270"/>
        </pc:sldMkLst>
        <pc:spChg chg="mod">
          <ac:chgData name="layla swift" userId="fedbb6ea80350af6" providerId="LiveId" clId="{137F6713-C1A3-487B-A161-5BCCAEA4495D}" dt="2026-09-04T00:28:09.658" v="3179" actId="20577"/>
          <ac:spMkLst>
            <pc:docMk/>
            <pc:sldMk cId="1396768452" sldId="270"/>
            <ac:spMk id="7" creationId="{370D750A-F2CE-0107-3E46-0B877407CA1A}"/>
          </ac:spMkLst>
        </pc:spChg>
      </pc:sldChg>
      <pc:sldChg chg="modSp new mod ord">
        <pc:chgData name="layla swift" userId="fedbb6ea80350af6" providerId="LiveId" clId="{137F6713-C1A3-487B-A161-5BCCAEA4495D}" dt="2026-09-04T01:04:40.666" v="6511" actId="20577"/>
        <pc:sldMkLst>
          <pc:docMk/>
          <pc:sldMk cId="3822118922" sldId="271"/>
        </pc:sldMkLst>
        <pc:spChg chg="mod">
          <ac:chgData name="layla swift" userId="fedbb6ea80350af6" providerId="LiveId" clId="{137F6713-C1A3-487B-A161-5BCCAEA4495D}" dt="2026-09-04T00:39:45.171" v="4534" actId="14100"/>
          <ac:spMkLst>
            <pc:docMk/>
            <pc:sldMk cId="3822118922" sldId="271"/>
            <ac:spMk id="2" creationId="{2CD23EA1-63E7-18F9-AB64-FF24E25F0043}"/>
          </ac:spMkLst>
        </pc:spChg>
        <pc:spChg chg="mod">
          <ac:chgData name="layla swift" userId="fedbb6ea80350af6" providerId="LiveId" clId="{137F6713-C1A3-487B-A161-5BCCAEA4495D}" dt="2026-09-04T01:04:40.666" v="6511" actId="20577"/>
          <ac:spMkLst>
            <pc:docMk/>
            <pc:sldMk cId="3822118922" sldId="271"/>
            <ac:spMk id="3" creationId="{3D99B759-4E3C-B15D-201F-3CB6F9E45B00}"/>
          </ac:spMkLst>
        </pc:spChg>
      </pc:sldChg>
      <pc:sldChg chg="modSp new mod">
        <pc:chgData name="layla swift" userId="fedbb6ea80350af6" providerId="LiveId" clId="{137F6713-C1A3-487B-A161-5BCCAEA4495D}" dt="2026-09-04T02:00:18.050" v="10136" actId="20577"/>
        <pc:sldMkLst>
          <pc:docMk/>
          <pc:sldMk cId="1483322970" sldId="272"/>
        </pc:sldMkLst>
        <pc:spChg chg="mod">
          <ac:chgData name="layla swift" userId="fedbb6ea80350af6" providerId="LiveId" clId="{137F6713-C1A3-487B-A161-5BCCAEA4495D}" dt="2026-09-04T00:52:42.867" v="5442" actId="20577"/>
          <ac:spMkLst>
            <pc:docMk/>
            <pc:sldMk cId="1483322970" sldId="272"/>
            <ac:spMk id="2" creationId="{21CC1391-2241-9A25-EFE9-A61F5987E087}"/>
          </ac:spMkLst>
        </pc:spChg>
        <pc:spChg chg="mod">
          <ac:chgData name="layla swift" userId="fedbb6ea80350af6" providerId="LiveId" clId="{137F6713-C1A3-487B-A161-5BCCAEA4495D}" dt="2026-09-04T02:00:18.050" v="10136" actId="20577"/>
          <ac:spMkLst>
            <pc:docMk/>
            <pc:sldMk cId="1483322970" sldId="272"/>
            <ac:spMk id="3" creationId="{FDC639BA-C575-4757-00F2-FB82A0452EC7}"/>
          </ac:spMkLst>
        </pc:spChg>
      </pc:sldChg>
      <pc:sldChg chg="modSp new mod">
        <pc:chgData name="layla swift" userId="fedbb6ea80350af6" providerId="LiveId" clId="{137F6713-C1A3-487B-A161-5BCCAEA4495D}" dt="2026-09-04T01:55:25.883" v="9895" actId="20577"/>
        <pc:sldMkLst>
          <pc:docMk/>
          <pc:sldMk cId="531256733" sldId="273"/>
        </pc:sldMkLst>
        <pc:spChg chg="mod">
          <ac:chgData name="layla swift" userId="fedbb6ea80350af6" providerId="LiveId" clId="{137F6713-C1A3-487B-A161-5BCCAEA4495D}" dt="2026-09-04T01:55:25.883" v="9895" actId="20577"/>
          <ac:spMkLst>
            <pc:docMk/>
            <pc:sldMk cId="531256733" sldId="273"/>
            <ac:spMk id="2" creationId="{0E120385-D67D-4907-B892-DAAEEC03E519}"/>
          </ac:spMkLst>
        </pc:spChg>
        <pc:spChg chg="mod">
          <ac:chgData name="layla swift" userId="fedbb6ea80350af6" providerId="LiveId" clId="{137F6713-C1A3-487B-A161-5BCCAEA4495D}" dt="2026-09-04T01:34:07.053" v="8764" actId="20577"/>
          <ac:spMkLst>
            <pc:docMk/>
            <pc:sldMk cId="531256733" sldId="273"/>
            <ac:spMk id="3" creationId="{3A859C2D-B11E-7017-3852-E0743C5C128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9/3/2026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4928266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jpe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48400" y="2819400"/>
            <a:ext cx="5029200" cy="1295400"/>
          </a:xfrm>
        </p:spPr>
        <p:txBody>
          <a:bodyPr vert="horz" lIns="91440" tIns="45720" rIns="91440" bIns="45720" rtlCol="0" anchor="b">
            <a:normAutofit/>
          </a:bodyPr>
          <a:lstStyle>
            <a:lvl1pPr>
              <a:lnSpc>
                <a:spcPct val="100000"/>
              </a:lnSpc>
              <a:defRPr lang="en-US" sz="28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248400" y="4270248"/>
            <a:ext cx="5029200" cy="685800"/>
          </a:xfrm>
        </p:spPr>
        <p:txBody>
          <a:bodyPr vert="horz" lIns="91440" tIns="45720" rIns="91440" bIns="45720" rtlCol="0" anchor="t">
            <a:normAutofit/>
          </a:bodyPr>
          <a:lstStyle>
            <a:lvl1pPr marL="0" indent="0">
              <a:buNone/>
              <a:defRPr lang="en-US" sz="1800" dirty="0"/>
            </a:lvl1pPr>
          </a:lstStyle>
          <a:p>
            <a:pPr lvl="0"/>
            <a:r>
              <a:rPr lang="en-US"/>
              <a:t>Click to edit Master subtitle style</a:t>
            </a:r>
            <a:endParaRPr lang="en-US" dirty="0"/>
          </a:p>
        </p:txBody>
      </p:sp>
    </p:spTree>
    <p:extLst>
      <p:ext uri="{BB962C8B-B14F-4D97-AF65-F5344CB8AC3E}">
        <p14:creationId xmlns:p14="http://schemas.microsoft.com/office/powerpoint/2010/main" val="93857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D909A06-A364-5E3D-6D27-7FAA213CE4A0}"/>
              </a:ext>
            </a:extLst>
          </p:cNvPr>
          <p:cNvSpPr>
            <a:spLocks noGrp="1"/>
          </p:cNvSpPr>
          <p:nvPr>
            <p:ph type="title"/>
          </p:nvPr>
        </p:nvSpPr>
        <p:spPr>
          <a:xfrm>
            <a:off x="678872" y="694932"/>
            <a:ext cx="10827328" cy="985966"/>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78872" y="1830774"/>
            <a:ext cx="10827328" cy="43322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9931E58F-1A72-99FC-BFB5-C1A7E18DCA88}"/>
              </a:ext>
            </a:extLst>
          </p:cNvPr>
          <p:cNvSpPr>
            <a:spLocks noGrp="1"/>
          </p:cNvSpPr>
          <p:nvPr>
            <p:ph type="ftr" sz="quarter" idx="11"/>
          </p:nvPr>
        </p:nvSpPr>
        <p:spPr/>
        <p:txBody>
          <a:bodyPr/>
          <a:lstStyle/>
          <a:p>
            <a:endParaRPr lang="en-US" dirty="0"/>
          </a:p>
        </p:txBody>
      </p:sp>
      <p:sp>
        <p:nvSpPr>
          <p:cNvPr id="2" name="Date Placeholder 1">
            <a:extLst>
              <a:ext uri="{FF2B5EF4-FFF2-40B4-BE49-F238E27FC236}">
                <a16:creationId xmlns:a16="http://schemas.microsoft.com/office/drawing/2014/main" id="{5AB93EAD-9C49-0E73-60D2-E95D760F702A}"/>
              </a:ext>
            </a:extLst>
          </p:cNvPr>
          <p:cNvSpPr>
            <a:spLocks noGrp="1"/>
          </p:cNvSpPr>
          <p:nvPr>
            <p:ph type="dt" sz="half" idx="10"/>
          </p:nvPr>
        </p:nvSpPr>
        <p:spPr/>
        <p:txBody>
          <a:bodyPr/>
          <a:lstStyle/>
          <a:p>
            <a:endParaRPr lang="en-US" dirty="0"/>
          </a:p>
        </p:txBody>
      </p:sp>
      <p:sp>
        <p:nvSpPr>
          <p:cNvPr id="5" name="Slide Number Placeholder 4">
            <a:extLst>
              <a:ext uri="{FF2B5EF4-FFF2-40B4-BE49-F238E27FC236}">
                <a16:creationId xmlns:a16="http://schemas.microsoft.com/office/drawing/2014/main" id="{E951C29A-9EE1-5B40-D317-4A98FF038C71}"/>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1374634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0" y="3071529"/>
            <a:ext cx="5257800" cy="19812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0" y="5257800"/>
            <a:ext cx="5257800" cy="785528"/>
          </a:xfrm>
        </p:spPr>
        <p:txBody>
          <a:bodyPr vert="horz" lIns="91440" tIns="45720" rIns="91440" bIns="45720" rtlCol="0" anchor="t">
            <a:normAutofit/>
          </a:bodyPr>
          <a:lstStyle>
            <a:lvl1pPr marL="0" indent="0">
              <a:buNone/>
              <a:defRPr lang="en-US" sz="1800" dirty="0"/>
            </a:lvl1pPr>
          </a:lstStyle>
          <a:p>
            <a:pPr lvl="0"/>
            <a:r>
              <a:rPr lang="en-US"/>
              <a:t>Click to edit Master subtitle style</a:t>
            </a:r>
          </a:p>
        </p:txBody>
      </p:sp>
    </p:spTree>
    <p:extLst>
      <p:ext uri="{BB962C8B-B14F-4D97-AF65-F5344CB8AC3E}">
        <p14:creationId xmlns:p14="http://schemas.microsoft.com/office/powerpoint/2010/main" val="275888636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326112-1BD1-F5C0-ED77-E41EEFB039AF}"/>
              </a:ext>
            </a:extLst>
          </p:cNvPr>
          <p:cNvSpPr>
            <a:spLocks noGrp="1"/>
          </p:cNvSpPr>
          <p:nvPr>
            <p:ph type="ctrTitle"/>
          </p:nvPr>
        </p:nvSpPr>
        <p:spPr>
          <a:xfrm>
            <a:off x="678870" y="1142999"/>
            <a:ext cx="4807529" cy="3188635"/>
          </a:xfrm>
        </p:spPr>
        <p:txBody>
          <a:bodyPr vert="horz" lIns="91440" tIns="45720" rIns="91440" bIns="45720" rtlCol="0" anchor="b">
            <a:normAutofit/>
          </a:bodyPr>
          <a:lstStyle>
            <a:lvl1pPr>
              <a:defRPr lang="en-US" sz="4000" dirty="0"/>
            </a:lvl1pPr>
          </a:lstStyle>
          <a:p>
            <a:pPr lvl="0"/>
            <a:r>
              <a:rPr lang="en-US"/>
              <a:t>Click to edit Master title style</a:t>
            </a:r>
          </a:p>
        </p:txBody>
      </p:sp>
      <p:sp>
        <p:nvSpPr>
          <p:cNvPr id="9" name="Subtitle 2">
            <a:extLst>
              <a:ext uri="{FF2B5EF4-FFF2-40B4-BE49-F238E27FC236}">
                <a16:creationId xmlns:a16="http://schemas.microsoft.com/office/drawing/2014/main" id="{E8300B8C-A996-EF72-0213-6F8F903337A4}"/>
              </a:ext>
            </a:extLst>
          </p:cNvPr>
          <p:cNvSpPr>
            <a:spLocks noGrp="1"/>
          </p:cNvSpPr>
          <p:nvPr>
            <p:ph type="subTitle" idx="1"/>
          </p:nvPr>
        </p:nvSpPr>
        <p:spPr>
          <a:xfrm>
            <a:off x="678870" y="4560236"/>
            <a:ext cx="4807529" cy="785528"/>
          </a:xfrm>
        </p:spPr>
        <p:txBody>
          <a:bodyPr vert="horz" lIns="91440" tIns="45720" rIns="91440" bIns="45720" rtlCol="0" anchor="t">
            <a:normAutofit/>
          </a:bodyPr>
          <a:lstStyle>
            <a:lvl1pPr marL="0" indent="0">
              <a:buNone/>
              <a:defRPr lang="en-US" sz="1800" dirty="0"/>
            </a:lvl1pPr>
          </a:lstStyle>
          <a:p>
            <a:pPr lvl="0"/>
            <a:r>
              <a:rPr lang="en-US"/>
              <a:t>Click to edit Master subtitle style</a:t>
            </a:r>
          </a:p>
        </p:txBody>
      </p:sp>
    </p:spTree>
    <p:extLst>
      <p:ext uri="{BB962C8B-B14F-4D97-AF65-F5344CB8AC3E}">
        <p14:creationId xmlns:p14="http://schemas.microsoft.com/office/powerpoint/2010/main" val="179109854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p:bg>
      <p:bgPr>
        <a:blipFill dpi="0" rotWithShape="1">
          <a:blip r:embed="rId2">
            <a:extLst>
              <a:ext uri="{BEBA8EAE-BF5A-486C-A8C5-ECC9F3942E4B}">
                <a14:imgProps xmlns:a14="http://schemas.microsoft.com/office/drawing/2010/main">
                  <a14:imgLayer r:embed="rId3">
                    <a14:imgEffect>
                      <a14:brightnessContrast bright="800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58619" y="609601"/>
            <a:ext cx="5447581" cy="3768320"/>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58618" y="4662326"/>
            <a:ext cx="5447582" cy="1586073"/>
          </a:xfrm>
        </p:spPr>
        <p:txBody>
          <a:bodyPr vert="horz" lIns="91440" tIns="45720" rIns="91440" bIns="45720" rtlCol="0" anchor="b">
            <a:normAutofit/>
          </a:bodyPr>
          <a:lstStyle>
            <a:lvl1pPr marL="0" indent="0">
              <a:buNone/>
              <a:defRPr lang="en-US" sz="1600" dirty="0"/>
            </a:lvl1pPr>
          </a:lstStyle>
          <a:p>
            <a:pPr lvl="0"/>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678871" y="609600"/>
            <a:ext cx="4935358" cy="5638800"/>
          </a:xfrm>
          <a:blipFill>
            <a:blip r:embed="rId4">
              <a:alphaModFix amt="60000"/>
              <a:extLst>
                <a:ext uri="{28A0092B-C50C-407E-A947-70E740481C1C}">
                  <a14:useLocalDpi xmlns:a14="http://schemas.microsoft.com/office/drawing/2010/main" val="0"/>
                </a:ext>
              </a:extLst>
            </a:blip>
            <a:srcRect/>
            <a:stretch>
              <a:fillRect l="-50202" r="-50202"/>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427477295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8871" y="529496"/>
            <a:ext cx="10827330" cy="990600"/>
          </a:xfrm>
        </p:spPr>
        <p:txBody>
          <a:bodyPr vert="horz" lIns="91440" tIns="45720" rIns="91440" bIns="45720" rtlCol="0" anchor="ctr">
            <a:normAutofit/>
          </a:bodyPr>
          <a:lstStyle>
            <a:lvl1pPr algn="ct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8871" y="5337048"/>
            <a:ext cx="10827329" cy="987552"/>
          </a:xfrm>
        </p:spPr>
        <p:txBody>
          <a:bodyPr vert="horz" lIns="91440" tIns="45720" rIns="91440" bIns="45720" rtlCol="0" anchor="ctr">
            <a:normAutofit/>
          </a:bodyPr>
          <a:lstStyle>
            <a:lvl1pPr marL="0" indent="0" algn="ctr">
              <a:buNone/>
              <a:defRPr lang="en-US" sz="1600" dirty="0"/>
            </a:lvl1pPr>
          </a:lstStyle>
          <a:p>
            <a:pPr lvl="0"/>
            <a:r>
              <a:rPr lang="en-US"/>
              <a:t>Click to edit Master subtitle style</a:t>
            </a:r>
          </a:p>
        </p:txBody>
      </p:sp>
      <p:sp>
        <p:nvSpPr>
          <p:cNvPr id="4" name="Picture Placeholder 10">
            <a:extLst>
              <a:ext uri="{FF2B5EF4-FFF2-40B4-BE49-F238E27FC236}">
                <a16:creationId xmlns:a16="http://schemas.microsoft.com/office/drawing/2014/main" id="{3C616236-6C34-2AB3-9A30-9F0CB3F4E1B7}"/>
              </a:ext>
            </a:extLst>
          </p:cNvPr>
          <p:cNvSpPr>
            <a:spLocks noGrp="1"/>
          </p:cNvSpPr>
          <p:nvPr>
            <p:ph type="pic" sz="quarter" idx="13" hasCustomPrompt="1"/>
          </p:nvPr>
        </p:nvSpPr>
        <p:spPr>
          <a:xfrm>
            <a:off x="678871" y="2019299"/>
            <a:ext cx="10827330" cy="2819402"/>
          </a:xfrm>
          <a:blipFill>
            <a:blip r:embed="rId3">
              <a:alphaModFix amt="60000"/>
              <a:extLst>
                <a:ext uri="{28A0092B-C50C-407E-A947-70E740481C1C}">
                  <a14:useLocalDpi xmlns:a14="http://schemas.microsoft.com/office/drawing/2010/main" val="0"/>
                </a:ext>
              </a:extLst>
            </a:blip>
            <a:srcRect/>
            <a:stretch>
              <a:fillRect t="-71622" b="-47190"/>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35977257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with Pictur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24600" y="609600"/>
            <a:ext cx="5188529" cy="4953000"/>
          </a:xfrm>
        </p:spPr>
        <p:txBody>
          <a:bodyPr vert="horz" lIns="91440" tIns="45720" rIns="91440" bIns="45720" rtlCol="0" anchor="b">
            <a:no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18504" y="5867400"/>
            <a:ext cx="5188529" cy="377573"/>
          </a:xfrm>
        </p:spPr>
        <p:txBody>
          <a:bodyPr vert="horz" lIns="91440" tIns="45720" rIns="91440" bIns="45720" rtlCol="0">
            <a:normAutofit/>
          </a:bodyPr>
          <a:lstStyle>
            <a:lvl1pPr marL="0" indent="0">
              <a:buNone/>
              <a:defRPr lang="en-US" sz="1600" dirty="0"/>
            </a:lvl1pPr>
          </a:lstStyle>
          <a:p>
            <a:pPr lvl="0"/>
            <a:r>
              <a:rPr lang="en-US"/>
              <a:t>Click to edit Master subtitle style</a:t>
            </a:r>
          </a:p>
        </p:txBody>
      </p:sp>
      <p:sp>
        <p:nvSpPr>
          <p:cNvPr id="5" name="Picture Placeholder 10">
            <a:extLst>
              <a:ext uri="{FF2B5EF4-FFF2-40B4-BE49-F238E27FC236}">
                <a16:creationId xmlns:a16="http://schemas.microsoft.com/office/drawing/2014/main" id="{A3E0057A-BBE1-599B-C438-DC65F9614590}"/>
              </a:ext>
            </a:extLst>
          </p:cNvPr>
          <p:cNvSpPr>
            <a:spLocks noGrp="1"/>
          </p:cNvSpPr>
          <p:nvPr>
            <p:ph type="pic" sz="quarter" idx="13" hasCustomPrompt="1"/>
          </p:nvPr>
        </p:nvSpPr>
        <p:spPr>
          <a:xfrm>
            <a:off x="678871" y="609600"/>
            <a:ext cx="4935358" cy="5638800"/>
          </a:xfrm>
          <a:blipFill>
            <a:blip r:embed="rId3">
              <a:alphaModFix amt="60000"/>
              <a:extLst>
                <a:ext uri="{28A0092B-C50C-407E-A947-70E740481C1C}">
                  <a14:useLocalDpi xmlns:a14="http://schemas.microsoft.com/office/drawing/2010/main" val="0"/>
                </a:ext>
              </a:extLst>
            </a:blip>
            <a:srcRect/>
            <a:stretch>
              <a:fillRect l="-50202" r="-50202"/>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20550041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with Pictur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1450" y="4038601"/>
            <a:ext cx="6587550" cy="2209800"/>
          </a:xfrm>
        </p:spPr>
        <p:txBody>
          <a:bodyPr vert="horz" lIns="91440" tIns="45720" rIns="91440" bIns="45720" rtlCol="0" anchor="t">
            <a:no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8600" y="4038601"/>
            <a:ext cx="3657600" cy="2209799"/>
          </a:xfrm>
        </p:spPr>
        <p:txBody>
          <a:bodyPr vert="horz" lIns="91440" tIns="45720" rIns="91440" bIns="45720" rtlCol="0" anchor="b">
            <a:normAutofit/>
          </a:bodyPr>
          <a:lstStyle>
            <a:lvl1pPr marL="0" indent="0" algn="r">
              <a:buNone/>
              <a:defRPr lang="en-US" sz="1600" dirty="0"/>
            </a:lvl1pPr>
          </a:lstStyle>
          <a:p>
            <a:pPr lvl="0"/>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678870" y="609598"/>
            <a:ext cx="10827330" cy="2819402"/>
          </a:xfrm>
          <a:blipFill>
            <a:blip r:embed="rId3">
              <a:alphaModFix amt="60000"/>
              <a:extLst>
                <a:ext uri="{28A0092B-C50C-407E-A947-70E740481C1C}">
                  <a14:useLocalDpi xmlns:a14="http://schemas.microsoft.com/office/drawing/2010/main" val="0"/>
                </a:ext>
              </a:extLst>
            </a:blip>
            <a:srcRect/>
            <a:stretch>
              <a:fillRect t="-86486" b="-32326"/>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5454834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2161514" y="2476500"/>
            <a:ext cx="7868972" cy="1905000"/>
          </a:xfrm>
        </p:spPr>
        <p:txBody>
          <a:bodyPr vert="horz" lIns="91440" tIns="45720" rIns="91440" bIns="45720" rtlCol="0" anchor="ctr">
            <a:normAutofit/>
          </a:bodyPr>
          <a:lstStyle>
            <a:lvl1pPr algn="ctr">
              <a:defRPr lang="en-US" sz="2800" dirty="0"/>
            </a:lvl1pPr>
          </a:lstStyle>
          <a:p>
            <a:pPr lvl="0"/>
            <a:r>
              <a:rPr lang="en-US"/>
              <a:t>Section Header</a:t>
            </a:r>
          </a:p>
        </p:txBody>
      </p:sp>
    </p:spTree>
    <p:extLst>
      <p:ext uri="{BB962C8B-B14F-4D97-AF65-F5344CB8AC3E}">
        <p14:creationId xmlns:p14="http://schemas.microsoft.com/office/powerpoint/2010/main" val="29435966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2161514" y="2476500"/>
            <a:ext cx="7868972" cy="1905000"/>
          </a:xfrm>
        </p:spPr>
        <p:txBody>
          <a:bodyPr vert="horz" lIns="91440" tIns="45720" rIns="91440" bIns="45720" rtlCol="0" anchor="ctr">
            <a:normAutofit/>
          </a:bodyPr>
          <a:lstStyle>
            <a:lvl1pPr algn="ctr">
              <a:defRPr lang="en-US" sz="2800" dirty="0"/>
            </a:lvl1pPr>
          </a:lstStyle>
          <a:p>
            <a:pPr lvl="0"/>
            <a:r>
              <a:rPr lang="en-US"/>
              <a:t>Section Header</a:t>
            </a:r>
          </a:p>
        </p:txBody>
      </p:sp>
    </p:spTree>
    <p:extLst>
      <p:ext uri="{BB962C8B-B14F-4D97-AF65-F5344CB8AC3E}">
        <p14:creationId xmlns:p14="http://schemas.microsoft.com/office/powerpoint/2010/main" val="29743663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01CED7D0-671B-7F63-5130-E35828ABE878}"/>
              </a:ext>
            </a:extLst>
          </p:cNvPr>
          <p:cNvSpPr>
            <a:spLocks noGrp="1"/>
          </p:cNvSpPr>
          <p:nvPr>
            <p:ph type="title"/>
          </p:nvPr>
        </p:nvSpPr>
        <p:spPr>
          <a:xfrm>
            <a:off x="4572000" y="1340668"/>
            <a:ext cx="6932507" cy="1135838"/>
          </a:xfrm>
        </p:spPr>
        <p:txBody>
          <a:bodyPr anchor="b">
            <a:normAutofit/>
          </a:bodyPr>
          <a:lstStyle>
            <a:lvl1pPr>
              <a:defRPr sz="2800"/>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22A82A9B-9EBD-0A77-F607-E839D43652B1}"/>
              </a:ext>
            </a:extLst>
          </p:cNvPr>
          <p:cNvSpPr>
            <a:spLocks noGrp="1"/>
          </p:cNvSpPr>
          <p:nvPr>
            <p:ph sz="quarter" idx="13"/>
          </p:nvPr>
        </p:nvSpPr>
        <p:spPr>
          <a:xfrm>
            <a:off x="4571999" y="2743200"/>
            <a:ext cx="6932508" cy="3419856"/>
          </a:xfrm>
          <a:noFill/>
        </p:spPr>
        <p:txBody>
          <a:bodyPr>
            <a:normAutofit/>
          </a:bodyPr>
          <a:lstStyle>
            <a:lvl1pPr marL="457200" indent="-457200">
              <a:buFont typeface="+mj-lt"/>
              <a:buAutoNum type="arabicPeriod"/>
              <a:defRPr sz="1800">
                <a:solidFill>
                  <a:schemeClr val="tx1"/>
                </a:solidFill>
              </a:defRPr>
            </a:lvl1pPr>
            <a:lvl2pPr marL="571500" indent="-342900">
              <a:buFont typeface="+mj-lt"/>
              <a:buAutoNum type="arabicPeriod"/>
              <a:defRPr sz="1600">
                <a:solidFill>
                  <a:schemeClr val="tx1"/>
                </a:solidFill>
              </a:defRPr>
            </a:lvl2pPr>
            <a:lvl3pPr marL="800100" indent="-342900">
              <a:buFont typeface="+mj-lt"/>
              <a:buAutoNum type="arabicPeriod"/>
              <a:defRPr sz="1400">
                <a:solidFill>
                  <a:schemeClr val="tx1"/>
                </a:solidFill>
              </a:defRPr>
            </a:lvl3pPr>
            <a:lvl4pPr marL="1028700" indent="-342900">
              <a:buFont typeface="+mj-lt"/>
              <a:buAutoNum type="arabicPeriod"/>
              <a:defRPr sz="12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5582C81-1CE9-A2E1-1417-0667434DFD22}"/>
              </a:ext>
            </a:extLst>
          </p:cNvPr>
          <p:cNvSpPr>
            <a:spLocks noGrp="1"/>
          </p:cNvSpPr>
          <p:nvPr>
            <p:ph type="ftr" sz="quarter" idx="15"/>
          </p:nvPr>
        </p:nvSpPr>
        <p:spPr/>
        <p:txBody>
          <a:bodyPr/>
          <a:lstStyle/>
          <a:p>
            <a:endParaRPr lang="en-US" dirty="0"/>
          </a:p>
        </p:txBody>
      </p:sp>
      <p:sp>
        <p:nvSpPr>
          <p:cNvPr id="3" name="Date Placeholder 2">
            <a:extLst>
              <a:ext uri="{FF2B5EF4-FFF2-40B4-BE49-F238E27FC236}">
                <a16:creationId xmlns:a16="http://schemas.microsoft.com/office/drawing/2014/main" id="{B4EFFC3A-D237-7CAA-92EF-DF9B810EB271}"/>
              </a:ext>
            </a:extLst>
          </p:cNvPr>
          <p:cNvSpPr>
            <a:spLocks noGrp="1"/>
          </p:cNvSpPr>
          <p:nvPr>
            <p:ph type="dt" sz="half" idx="14"/>
          </p:nvPr>
        </p:nvSpPr>
        <p:spPr/>
        <p:txBody>
          <a:bodyPr/>
          <a:lstStyle/>
          <a:p>
            <a:endParaRPr lang="en-US" dirty="0"/>
          </a:p>
        </p:txBody>
      </p:sp>
      <p:sp>
        <p:nvSpPr>
          <p:cNvPr id="5" name="Slide Number Placeholder 4">
            <a:extLst>
              <a:ext uri="{FF2B5EF4-FFF2-40B4-BE49-F238E27FC236}">
                <a16:creationId xmlns:a16="http://schemas.microsoft.com/office/drawing/2014/main" id="{F3E7B383-8CF2-6BB2-8F46-605FE9710B27}"/>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96832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841999" y="687492"/>
            <a:ext cx="5662508" cy="2017614"/>
          </a:xfrm>
        </p:spPr>
        <p:txBody>
          <a:bodyPr anchor="b">
            <a:normAutofit/>
          </a:bodyPr>
          <a:lstStyle>
            <a:lvl1pPr>
              <a:defRPr sz="280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687493" y="687492"/>
            <a:ext cx="4516298" cy="5483016"/>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57969" r="-57969"/>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841999" y="2997200"/>
            <a:ext cx="5662508" cy="3165856"/>
          </a:xfrm>
        </p:spPr>
        <p:txBody>
          <a:bodyPr>
            <a:normAutofit/>
          </a:bodyPr>
          <a:lstStyle>
            <a:lvl1pPr marL="457200" indent="-457200">
              <a:buFont typeface="+mj-lt"/>
              <a:buAutoNum type="arabicPeriod"/>
              <a:defRPr sz="1800"/>
            </a:lvl1pPr>
            <a:lvl2pPr marL="571500" indent="-342900">
              <a:buFont typeface="+mj-lt"/>
              <a:buAutoNum type="arabicPeriod"/>
              <a:defRPr sz="1600"/>
            </a:lvl2pPr>
            <a:lvl3pPr marL="800100" indent="-342900">
              <a:buFont typeface="+mj-lt"/>
              <a:buAutoNum type="arabicPeriod"/>
              <a:defRPr sz="1400"/>
            </a:lvl3pPr>
            <a:lvl4pPr marL="1028700" indent="-342900">
              <a:buFont typeface="+mj-lt"/>
              <a:buAutoNum type="arabicPeriod"/>
              <a:defRPr sz="1200"/>
            </a:lvl4pPr>
            <a:lvl5pP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97B878F-3C07-D360-EC90-8FEFB87A77CD}"/>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4018733C-68A4-04E1-A968-B5C15E3F7EE2}"/>
              </a:ext>
            </a:extLst>
          </p:cNvPr>
          <p:cNvSpPr>
            <a:spLocks noGrp="1"/>
          </p:cNvSpPr>
          <p:nvPr>
            <p:ph type="dt" sz="half" idx="15"/>
          </p:nvPr>
        </p:nvSpPr>
        <p:spPr/>
        <p:txBody>
          <a:bodyPr/>
          <a:lstStyle/>
          <a:p>
            <a:endParaRPr lang="en-US" dirty="0"/>
          </a:p>
        </p:txBody>
      </p:sp>
      <p:sp>
        <p:nvSpPr>
          <p:cNvPr id="6" name="Slide Number Placeholder 5">
            <a:extLst>
              <a:ext uri="{FF2B5EF4-FFF2-40B4-BE49-F238E27FC236}">
                <a16:creationId xmlns:a16="http://schemas.microsoft.com/office/drawing/2014/main" id="{978E9E97-1DED-CCA3-AF67-F1BAD79A8199}"/>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624535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62EDB1F-A73E-55BD-6BDA-F64978102A97}"/>
              </a:ext>
            </a:extLst>
          </p:cNvPr>
          <p:cNvSpPr>
            <a:spLocks noGrp="1"/>
          </p:cNvSpPr>
          <p:nvPr>
            <p:ph type="title"/>
          </p:nvPr>
        </p:nvSpPr>
        <p:spPr>
          <a:xfrm>
            <a:off x="5708024" y="855636"/>
            <a:ext cx="5796484" cy="1070776"/>
          </a:xfrm>
        </p:spPr>
        <p:txBody>
          <a:bodyPr/>
          <a:lstStyle/>
          <a:p>
            <a:r>
              <a:rPr lang="en-US"/>
              <a:t>Click to edit Master title style</a:t>
            </a:r>
            <a:endParaRPr lang="en-US" dirty="0"/>
          </a:p>
        </p:txBody>
      </p:sp>
      <p:sp>
        <p:nvSpPr>
          <p:cNvPr id="13" name="Content Placeholder 7">
            <a:extLst>
              <a:ext uri="{FF2B5EF4-FFF2-40B4-BE49-F238E27FC236}">
                <a16:creationId xmlns:a16="http://schemas.microsoft.com/office/drawing/2014/main" id="{A4047690-7015-54CB-752C-C1C7BE42D7C7}"/>
              </a:ext>
            </a:extLst>
          </p:cNvPr>
          <p:cNvSpPr>
            <a:spLocks noGrp="1"/>
          </p:cNvSpPr>
          <p:nvPr>
            <p:ph sz="quarter" idx="14"/>
          </p:nvPr>
        </p:nvSpPr>
        <p:spPr>
          <a:xfrm>
            <a:off x="5708024" y="2057400"/>
            <a:ext cx="5798176" cy="182880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071DA00E-F240-EC85-5E2B-4DE591F61044}"/>
              </a:ext>
            </a:extLst>
          </p:cNvPr>
          <p:cNvSpPr>
            <a:spLocks noGrp="1"/>
          </p:cNvSpPr>
          <p:nvPr>
            <p:ph type="ftr" sz="quarter" idx="3"/>
          </p:nvPr>
        </p:nvSpPr>
        <p:spPr>
          <a:xfrm>
            <a:off x="678871" y="6343955"/>
            <a:ext cx="2739181" cy="365125"/>
          </a:xfrm>
          <a:prstGeom prst="rect">
            <a:avLst/>
          </a:prstGeom>
        </p:spPr>
        <p:txBody>
          <a:bodyPr vert="horz" lIns="91440" tIns="45720" rIns="91440" bIns="45720" rtlCol="0" anchor="ctr"/>
          <a:lstStyle>
            <a:lvl1pPr algn="l">
              <a:defRPr sz="900">
                <a:solidFill>
                  <a:schemeClr val="tx1"/>
                </a:solidFill>
              </a:defRPr>
            </a:lvl1pPr>
          </a:lstStyle>
          <a:p>
            <a:endParaRPr lang="en-US" sz="900"/>
          </a:p>
        </p:txBody>
      </p:sp>
      <p:sp>
        <p:nvSpPr>
          <p:cNvPr id="5" name="Date Placeholder 8">
            <a:extLst>
              <a:ext uri="{FF2B5EF4-FFF2-40B4-BE49-F238E27FC236}">
                <a16:creationId xmlns:a16="http://schemas.microsoft.com/office/drawing/2014/main" id="{EED5FCE3-5050-A9AE-69B1-6AAB64B63174}"/>
              </a:ext>
            </a:extLst>
          </p:cNvPr>
          <p:cNvSpPr>
            <a:spLocks noGrp="1"/>
          </p:cNvSpPr>
          <p:nvPr>
            <p:ph type="dt" sz="half" idx="16"/>
          </p:nvPr>
        </p:nvSpPr>
        <p:spPr>
          <a:xfrm>
            <a:off x="3505380" y="6346745"/>
            <a:ext cx="1762359" cy="365125"/>
          </a:xfrm>
        </p:spPr>
        <p:txBody>
          <a:bodyPr/>
          <a:lstStyle/>
          <a:p>
            <a:endParaRPr lang="en-US" dirty="0"/>
          </a:p>
        </p:txBody>
      </p:sp>
      <p:sp>
        <p:nvSpPr>
          <p:cNvPr id="11" name="Slide Number Placeholder 5">
            <a:extLst>
              <a:ext uri="{FF2B5EF4-FFF2-40B4-BE49-F238E27FC236}">
                <a16:creationId xmlns:a16="http://schemas.microsoft.com/office/drawing/2014/main" id="{BE15DD76-F653-F74F-4DCD-674241F38B03}"/>
              </a:ext>
            </a:extLst>
          </p:cNvPr>
          <p:cNvSpPr>
            <a:spLocks noGrp="1"/>
          </p:cNvSpPr>
          <p:nvPr>
            <p:ph type="sldNum" sz="quarter" idx="4"/>
          </p:nvPr>
        </p:nvSpPr>
        <p:spPr>
          <a:xfrm>
            <a:off x="5350612" y="6343955"/>
            <a:ext cx="357412" cy="365125"/>
          </a:xfrm>
          <a:prstGeom prst="rect">
            <a:avLst/>
          </a:prstGeom>
        </p:spPr>
        <p:txBody>
          <a:bodyPr vert="horz" lIns="91440" tIns="45720" rIns="91440" bIns="45720" rtlCol="0" anchor="ctr"/>
          <a:lstStyle>
            <a:lvl1pPr algn="r">
              <a:defRPr sz="900">
                <a:solidFill>
                  <a:schemeClr val="tx1"/>
                </a:solidFill>
              </a:defRPr>
            </a:lvl1pPr>
          </a:lstStyle>
          <a:p>
            <a:fld id="{AEAA3239-9EA4-4A65-A281-97F994456D9F}" type="slidenum">
              <a:rPr lang="en-US" smtClean="0"/>
              <a:pPr/>
              <a:t>‹#›</a:t>
            </a:fld>
            <a:endParaRPr lang="en-US" sz="900"/>
          </a:p>
        </p:txBody>
      </p:sp>
    </p:spTree>
    <p:extLst>
      <p:ext uri="{BB962C8B-B14F-4D97-AF65-F5344CB8AC3E}">
        <p14:creationId xmlns:p14="http://schemas.microsoft.com/office/powerpoint/2010/main" val="2550141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800" y="1385287"/>
            <a:ext cx="4973865" cy="1470228"/>
          </a:xfrm>
        </p:spPr>
        <p:txBody>
          <a:bodyPr anchor="t">
            <a:normAutofit/>
          </a:bodyPr>
          <a:lstStyle>
            <a:lvl1pPr>
              <a:defRPr sz="28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6324600" y="1385287"/>
            <a:ext cx="5181600" cy="3491513"/>
          </a:xfrm>
        </p:spPr>
        <p:txBody>
          <a:bodyPr/>
          <a:lstStyle>
            <a:lvl1pPr indent="0">
              <a:buNone/>
              <a:defRPr/>
            </a:lvl1pPr>
            <a:lvl2pPr indent="0">
              <a:buNone/>
              <a:defRPr/>
            </a:lvl2pPr>
            <a:lvl3pPr indent="0">
              <a:buNone/>
              <a:defRPr/>
            </a:lvl3pPr>
            <a:lvl4pPr indent="0">
              <a:buNone/>
              <a:defRPr/>
            </a:lvl4pPr>
            <a:lvl5pPr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2D8DAA7E-55EA-19E9-ECC7-C74FE582C066}"/>
              </a:ext>
            </a:extLst>
          </p:cNvPr>
          <p:cNvSpPr>
            <a:spLocks noGrp="1"/>
          </p:cNvSpPr>
          <p:nvPr>
            <p:ph type="ftr" sz="quarter" idx="15"/>
          </p:nvPr>
        </p:nvSpPr>
        <p:spPr/>
        <p:txBody>
          <a:bodyPr/>
          <a:lstStyle/>
          <a:p>
            <a:endParaRPr lang="en-US" dirty="0"/>
          </a:p>
        </p:txBody>
      </p:sp>
      <p:sp>
        <p:nvSpPr>
          <p:cNvPr id="3" name="Date Placeholder 2">
            <a:extLst>
              <a:ext uri="{FF2B5EF4-FFF2-40B4-BE49-F238E27FC236}">
                <a16:creationId xmlns:a16="http://schemas.microsoft.com/office/drawing/2014/main" id="{F623C363-6C3B-E28D-06F5-AB2EC53D7B80}"/>
              </a:ext>
            </a:extLst>
          </p:cNvPr>
          <p:cNvSpPr>
            <a:spLocks noGrp="1"/>
          </p:cNvSpPr>
          <p:nvPr>
            <p:ph type="dt" sz="half" idx="14"/>
          </p:nvPr>
        </p:nvSpPr>
        <p:spPr/>
        <p:txBody>
          <a:bodyPr/>
          <a:lstStyle/>
          <a:p>
            <a:endParaRPr lang="en-US" dirty="0"/>
          </a:p>
        </p:txBody>
      </p:sp>
      <p:sp>
        <p:nvSpPr>
          <p:cNvPr id="5" name="Slide Number Placeholder 4">
            <a:extLst>
              <a:ext uri="{FF2B5EF4-FFF2-40B4-BE49-F238E27FC236}">
                <a16:creationId xmlns:a16="http://schemas.microsoft.com/office/drawing/2014/main" id="{D803258A-CFF4-775F-A29D-30D91D4A5095}"/>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0771218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78871" y="720333"/>
            <a:ext cx="7208520" cy="575068"/>
          </a:xfrm>
        </p:spPr>
        <p:txBody>
          <a:bodyPr anchor="t">
            <a:normAutofit/>
          </a:bodyPr>
          <a:lstStyle>
            <a:lvl1pPr>
              <a:defRPr sz="28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704084" y="1600200"/>
            <a:ext cx="5735507" cy="2590800"/>
          </a:xfrm>
        </p:spPr>
        <p:txBody>
          <a:bodyPr/>
          <a:lstStyle>
            <a:lvl1pPr indent="0">
              <a:buNone/>
              <a:defRPr/>
            </a:lvl1pPr>
            <a:lvl2pPr indent="0">
              <a:buNone/>
              <a:defRPr/>
            </a:lvl2pPr>
            <a:lvl3pPr indent="0">
              <a:buNone/>
              <a:defRPr/>
            </a:lvl3pPr>
            <a:lvl4pPr indent="0">
              <a:buNone/>
              <a:defRPr/>
            </a:lvl4pPr>
            <a:lvl5pPr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Footer Placeholder 3">
            <a:extLst>
              <a:ext uri="{FF2B5EF4-FFF2-40B4-BE49-F238E27FC236}">
                <a16:creationId xmlns:a16="http://schemas.microsoft.com/office/drawing/2014/main" id="{F391C811-7699-F021-4CCB-539ACAD0BB23}"/>
              </a:ext>
            </a:extLst>
          </p:cNvPr>
          <p:cNvSpPr>
            <a:spLocks noGrp="1"/>
          </p:cNvSpPr>
          <p:nvPr>
            <p:ph type="ftr" sz="quarter" idx="15"/>
          </p:nvPr>
        </p:nvSpPr>
        <p:spPr>
          <a:xfrm>
            <a:off x="678871" y="6343955"/>
            <a:ext cx="2739181" cy="365125"/>
          </a:xfrm>
        </p:spPr>
        <p:txBody>
          <a:bodyPr/>
          <a:lstStyle/>
          <a:p>
            <a:endParaRPr lang="en-US" dirty="0"/>
          </a:p>
        </p:txBody>
      </p:sp>
      <p:sp>
        <p:nvSpPr>
          <p:cNvPr id="9" name="Date Placeholder 8">
            <a:extLst>
              <a:ext uri="{FF2B5EF4-FFF2-40B4-BE49-F238E27FC236}">
                <a16:creationId xmlns:a16="http://schemas.microsoft.com/office/drawing/2014/main" id="{C8D4E6C4-6819-0DF7-D9C4-34177C161B9C}"/>
              </a:ext>
            </a:extLst>
          </p:cNvPr>
          <p:cNvSpPr>
            <a:spLocks noGrp="1"/>
          </p:cNvSpPr>
          <p:nvPr>
            <p:ph type="dt" sz="half" idx="16"/>
          </p:nvPr>
        </p:nvSpPr>
        <p:spPr>
          <a:xfrm>
            <a:off x="3785216" y="6343954"/>
            <a:ext cx="2202644" cy="365125"/>
          </a:xfrm>
        </p:spPr>
        <p:txBody>
          <a:bodyPr/>
          <a:lstStyle/>
          <a:p>
            <a:endParaRPr lang="en-US" dirty="0"/>
          </a:p>
        </p:txBody>
      </p:sp>
      <p:sp>
        <p:nvSpPr>
          <p:cNvPr id="5" name="Slide Number Placeholder 5">
            <a:extLst>
              <a:ext uri="{FF2B5EF4-FFF2-40B4-BE49-F238E27FC236}">
                <a16:creationId xmlns:a16="http://schemas.microsoft.com/office/drawing/2014/main" id="{958998F3-C99E-11E5-BC33-937A455B2FFB}"/>
              </a:ext>
            </a:extLst>
          </p:cNvPr>
          <p:cNvSpPr>
            <a:spLocks noGrp="1"/>
          </p:cNvSpPr>
          <p:nvPr>
            <p:ph type="sldNum" sz="quarter" idx="4"/>
          </p:nvPr>
        </p:nvSpPr>
        <p:spPr>
          <a:xfrm>
            <a:off x="6082179" y="6343955"/>
            <a:ext cx="357412" cy="365125"/>
          </a:xfrm>
          <a:prstGeom prst="rect">
            <a:avLst/>
          </a:prstGeom>
        </p:spPr>
        <p:txBody>
          <a:bodyPr vert="horz" lIns="91440" tIns="45720" rIns="91440" bIns="45720" rtlCol="0" anchor="ctr"/>
          <a:lstStyle>
            <a:lvl1pPr algn="r">
              <a:defRPr sz="900">
                <a:solidFill>
                  <a:schemeClr val="tx1"/>
                </a:solidFill>
              </a:defRPr>
            </a:lvl1pPr>
          </a:lstStyle>
          <a:p>
            <a:fld id="{AEAA3239-9EA4-4A65-A281-97F994456D9F}" type="slidenum">
              <a:rPr lang="en-US" smtClean="0"/>
              <a:pPr/>
              <a:t>‹#›</a:t>
            </a:fld>
            <a:endParaRPr lang="en-US" sz="900"/>
          </a:p>
        </p:txBody>
      </p:sp>
    </p:spTree>
    <p:extLst>
      <p:ext uri="{BB962C8B-B14F-4D97-AF65-F5344CB8AC3E}">
        <p14:creationId xmlns:p14="http://schemas.microsoft.com/office/powerpoint/2010/main" val="17143937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78872" y="1388700"/>
            <a:ext cx="3859262" cy="4083580"/>
          </a:xfrm>
        </p:spPr>
        <p:txBody>
          <a:bodyPr anchor="t">
            <a:normAutofit/>
          </a:bodyPr>
          <a:lstStyle>
            <a:lvl1pPr>
              <a:defRPr sz="28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0" y="1389134"/>
            <a:ext cx="6357117" cy="40835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BE56440-14E3-7B9A-D161-08AB10B8DCA7}"/>
              </a:ext>
            </a:extLst>
          </p:cNvPr>
          <p:cNvSpPr>
            <a:spLocks noGrp="1"/>
          </p:cNvSpPr>
          <p:nvPr>
            <p:ph type="ftr" sz="quarter" idx="15"/>
          </p:nvPr>
        </p:nvSpPr>
        <p:spPr/>
        <p:txBody>
          <a:bodyPr/>
          <a:lstStyle/>
          <a:p>
            <a:endParaRPr lang="en-US" dirty="0"/>
          </a:p>
        </p:txBody>
      </p:sp>
      <p:sp>
        <p:nvSpPr>
          <p:cNvPr id="3" name="Date Placeholder 2">
            <a:extLst>
              <a:ext uri="{FF2B5EF4-FFF2-40B4-BE49-F238E27FC236}">
                <a16:creationId xmlns:a16="http://schemas.microsoft.com/office/drawing/2014/main" id="{85E8A7CF-81AE-0AC6-B47B-E2C1EA9D9AC7}"/>
              </a:ext>
            </a:extLst>
          </p:cNvPr>
          <p:cNvSpPr>
            <a:spLocks noGrp="1"/>
          </p:cNvSpPr>
          <p:nvPr>
            <p:ph type="dt" sz="half" idx="14"/>
          </p:nvPr>
        </p:nvSpPr>
        <p:spPr/>
        <p:txBody>
          <a:bodyPr/>
          <a:lstStyle/>
          <a:p>
            <a:endParaRPr lang="en-US" dirty="0"/>
          </a:p>
        </p:txBody>
      </p:sp>
      <p:sp>
        <p:nvSpPr>
          <p:cNvPr id="5" name="Slide Number Placeholder 4">
            <a:extLst>
              <a:ext uri="{FF2B5EF4-FFF2-40B4-BE49-F238E27FC236}">
                <a16:creationId xmlns:a16="http://schemas.microsoft.com/office/drawing/2014/main" id="{C4A578E8-BCF2-BF9D-84B5-AA93D14D0DF5}"/>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6675319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799" y="1050111"/>
            <a:ext cx="3425026" cy="3977107"/>
          </a:xfrm>
        </p:spPr>
        <p:txBody>
          <a:bodyPr anchor="t">
            <a:normAutofit/>
          </a:bodyPr>
          <a:lstStyle>
            <a:lvl1pPr>
              <a:defRPr sz="28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800600" y="1050111"/>
            <a:ext cx="6705601" cy="49406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3">
            <a:extLst>
              <a:ext uri="{FF2B5EF4-FFF2-40B4-BE49-F238E27FC236}">
                <a16:creationId xmlns:a16="http://schemas.microsoft.com/office/drawing/2014/main" id="{9C54C37D-3064-C3C9-078B-4FC8A705FCD0}"/>
              </a:ext>
            </a:extLst>
          </p:cNvPr>
          <p:cNvSpPr>
            <a:spLocks noGrp="1"/>
          </p:cNvSpPr>
          <p:nvPr>
            <p:ph type="dt" sz="half" idx="2"/>
          </p:nvPr>
        </p:nvSpPr>
        <p:spPr>
          <a:xfrm>
            <a:off x="6181252" y="6343955"/>
            <a:ext cx="2202644" cy="365125"/>
          </a:xfrm>
          <a:prstGeom prst="rect">
            <a:avLst/>
          </a:prstGeom>
        </p:spPr>
        <p:txBody>
          <a:bodyPr vert="horz" lIns="91440" tIns="45720" rIns="91440" bIns="45720" rtlCol="0" anchor="ctr"/>
          <a:lstStyle>
            <a:lvl1pPr algn="ctr">
              <a:defRPr sz="900">
                <a:solidFill>
                  <a:schemeClr val="tx1"/>
                </a:solidFill>
              </a:defRPr>
            </a:lvl1pPr>
          </a:lstStyle>
          <a:p>
            <a:pPr algn="ctr"/>
            <a:endParaRPr lang="en-US"/>
          </a:p>
        </p:txBody>
      </p:sp>
      <p:sp>
        <p:nvSpPr>
          <p:cNvPr id="13" name="Slide Number Placeholder 5">
            <a:extLst>
              <a:ext uri="{FF2B5EF4-FFF2-40B4-BE49-F238E27FC236}">
                <a16:creationId xmlns:a16="http://schemas.microsoft.com/office/drawing/2014/main" id="{C277C0F5-D964-B2D1-0F39-EC17AB0741BA}"/>
              </a:ext>
            </a:extLst>
          </p:cNvPr>
          <p:cNvSpPr>
            <a:spLocks noGrp="1"/>
          </p:cNvSpPr>
          <p:nvPr>
            <p:ph type="sldNum" sz="quarter" idx="4"/>
          </p:nvPr>
        </p:nvSpPr>
        <p:spPr>
          <a:xfrm>
            <a:off x="11147097" y="6343955"/>
            <a:ext cx="357412" cy="365125"/>
          </a:xfrm>
          <a:prstGeom prst="rect">
            <a:avLst/>
          </a:prstGeom>
        </p:spPr>
        <p:txBody>
          <a:bodyPr vert="horz" lIns="91440" tIns="45720" rIns="91440" bIns="45720" rtlCol="0" anchor="ctr"/>
          <a:lstStyle>
            <a:lvl1pPr algn="r">
              <a:defRPr sz="900">
                <a:solidFill>
                  <a:schemeClr val="tx1"/>
                </a:solidFill>
              </a:defRPr>
            </a:lvl1pPr>
          </a:lstStyle>
          <a:p>
            <a:fld id="{AEAA3239-9EA4-4A65-A281-97F994456D9F}" type="slidenum">
              <a:rPr lang="en-US" smtClean="0"/>
              <a:pPr/>
              <a:t>‹#›</a:t>
            </a:fld>
            <a:endParaRPr lang="en-US" sz="900"/>
          </a:p>
        </p:txBody>
      </p:sp>
    </p:spTree>
    <p:extLst>
      <p:ext uri="{BB962C8B-B14F-4D97-AF65-F5344CB8AC3E}">
        <p14:creationId xmlns:p14="http://schemas.microsoft.com/office/powerpoint/2010/main" val="15146772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7">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85798" y="685799"/>
            <a:ext cx="3276601" cy="5477257"/>
          </a:xfrm>
        </p:spPr>
        <p:txBody>
          <a:bodyPr anchor="t">
            <a:normAutofit/>
          </a:bodyPr>
          <a:lstStyle>
            <a:lvl1pPr>
              <a:defRPr sz="24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1" y="685800"/>
            <a:ext cx="6858000" cy="5477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F5E77C0F-A50D-ABB1-D91B-F877E2E82975}"/>
              </a:ext>
            </a:extLst>
          </p:cNvPr>
          <p:cNvSpPr>
            <a:spLocks noGrp="1"/>
          </p:cNvSpPr>
          <p:nvPr>
            <p:ph type="ftr" sz="quarter" idx="15"/>
          </p:nvPr>
        </p:nvSpPr>
        <p:spPr/>
        <p:txBody>
          <a:bodyPr/>
          <a:lstStyle/>
          <a:p>
            <a:endParaRPr lang="en-US" dirty="0"/>
          </a:p>
        </p:txBody>
      </p:sp>
      <p:sp>
        <p:nvSpPr>
          <p:cNvPr id="3" name="Date Placeholder 2">
            <a:extLst>
              <a:ext uri="{FF2B5EF4-FFF2-40B4-BE49-F238E27FC236}">
                <a16:creationId xmlns:a16="http://schemas.microsoft.com/office/drawing/2014/main" id="{EBE0A937-543E-BBB8-39DD-1E9A45291F2C}"/>
              </a:ext>
            </a:extLst>
          </p:cNvPr>
          <p:cNvSpPr>
            <a:spLocks noGrp="1"/>
          </p:cNvSpPr>
          <p:nvPr>
            <p:ph type="dt" sz="half" idx="14"/>
          </p:nvPr>
        </p:nvSpPr>
        <p:spPr/>
        <p:txBody>
          <a:bodyPr/>
          <a:lstStyle/>
          <a:p>
            <a:endParaRPr lang="en-US" dirty="0"/>
          </a:p>
        </p:txBody>
      </p:sp>
      <p:sp>
        <p:nvSpPr>
          <p:cNvPr id="5" name="Slide Number Placeholder 4">
            <a:extLst>
              <a:ext uri="{FF2B5EF4-FFF2-40B4-BE49-F238E27FC236}">
                <a16:creationId xmlns:a16="http://schemas.microsoft.com/office/drawing/2014/main" id="{BC8C33EC-C7FC-72B4-C208-8BA6FD4B5856}"/>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076977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0" y="687494"/>
            <a:ext cx="2618139" cy="2017614"/>
          </a:xfrm>
        </p:spPr>
        <p:txBody>
          <a:bodyPr anchor="b"/>
          <a:lstStyle>
            <a:lvl1pPr>
              <a:defRPr sz="2400"/>
            </a:lvl1pPr>
          </a:lstStyle>
          <a:p>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77171" y="687492"/>
            <a:ext cx="7500648" cy="5483013"/>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15011" r="-15011"/>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2983064"/>
            <a:ext cx="2625774" cy="3187441"/>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FF4A72B8-D6F1-AF2B-DF03-17FD2A737E2E}"/>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C6CDF5D5-DF03-873F-A2DA-E5C0EF793F83}"/>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1C10C7DB-FD9D-21A6-66CB-087260FBAF71}"/>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22494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2" y="5012268"/>
            <a:ext cx="3953296" cy="1127275"/>
          </a:xfrm>
        </p:spPr>
        <p:txBody>
          <a:bodyPr anchor="t">
            <a:noAutofit/>
          </a:bodyPr>
          <a:lstStyle>
            <a:lvl1pPr>
              <a:defRPr sz="24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78871" y="685800"/>
            <a:ext cx="10827330" cy="3940196"/>
          </a:xfrm>
          <a:blipFill>
            <a:blip r:embed="rId2">
              <a:alphaModFix amt="60000"/>
              <a:extLst>
                <a:ext uri="{28A0092B-C50C-407E-A947-70E740481C1C}">
                  <a14:useLocalDpi xmlns:a14="http://schemas.microsoft.com/office/drawing/2010/main" val="0"/>
                </a:ext>
              </a:extLst>
            </a:blip>
            <a:srcRect/>
            <a:stretch>
              <a:fillRect t="-44691" b="-9803"/>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56009" y="5012267"/>
            <a:ext cx="6350191" cy="115079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ADB2910-904E-268B-43B3-CAE9F2E4A0F3}"/>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323FEBCC-AB7F-E034-5C1D-1AFF70FC7809}"/>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8E1EE381-D50D-08D2-2D1B-9E61241A22BD}"/>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39436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2" y="685800"/>
            <a:ext cx="3953296" cy="1127275"/>
          </a:xfrm>
        </p:spPr>
        <p:txBody>
          <a:bodyPr anchor="t">
            <a:noAutofit/>
          </a:bodyPr>
          <a:lstStyle>
            <a:lvl1pPr>
              <a:defRPr sz="24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56009" y="685800"/>
            <a:ext cx="6350191" cy="115079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78871" y="2212152"/>
            <a:ext cx="10827330" cy="3940196"/>
          </a:xfrm>
          <a:blipFill>
            <a:blip r:embed="rId2">
              <a:alphaModFix amt="60000"/>
              <a:extLst>
                <a:ext uri="{28A0092B-C50C-407E-A947-70E740481C1C}">
                  <a14:useLocalDpi xmlns:a14="http://schemas.microsoft.com/office/drawing/2010/main" val="0"/>
                </a:ext>
              </a:extLst>
            </a:blip>
            <a:srcRect/>
            <a:stretch>
              <a:fillRect t="-46364" b="-8130"/>
            </a:stretch>
          </a:blipFill>
        </p:spPr>
        <p:txBody>
          <a:bodyPr/>
          <a:lstStyle>
            <a:lvl1pPr marL="0" indent="0">
              <a:buNone/>
              <a:defRPr/>
            </a:lvl1pPr>
          </a:lstStyle>
          <a:p>
            <a:r>
              <a:rPr lang="en-US" dirty="0"/>
              <a:t>   </a:t>
            </a:r>
          </a:p>
        </p:txBody>
      </p:sp>
      <p:sp>
        <p:nvSpPr>
          <p:cNvPr id="4" name="Footer Placeholder 3">
            <a:extLst>
              <a:ext uri="{FF2B5EF4-FFF2-40B4-BE49-F238E27FC236}">
                <a16:creationId xmlns:a16="http://schemas.microsoft.com/office/drawing/2014/main" id="{BC151189-9025-E7C1-B611-A7A2BD03B499}"/>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46DEA616-DF83-AFFF-BC05-5AF6783B3589}"/>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1BCBF149-C859-79EF-0D12-15B124182A20}"/>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578864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841999" y="687492"/>
            <a:ext cx="5662508" cy="2017614"/>
          </a:xfrm>
        </p:spPr>
        <p:txBody>
          <a:bodyPr anchor="b">
            <a:normAutofit/>
          </a:bodyPr>
          <a:lstStyle>
            <a:lvl1pPr>
              <a:defRPr sz="2800"/>
            </a:lvl1pPr>
          </a:lstStyle>
          <a:p>
            <a:r>
              <a:rPr lang="en-US"/>
              <a:t>Click to edit Master title style</a:t>
            </a:r>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687494" y="687492"/>
            <a:ext cx="4516298" cy="5483016"/>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57969" r="-57969"/>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841999" y="2997200"/>
            <a:ext cx="5662508" cy="3165856"/>
          </a:xfrm>
        </p:spPr>
        <p:txBody>
          <a:bodyPr>
            <a:normAutofit/>
          </a:bodyPr>
          <a:lstStyle>
            <a:lvl1pPr marL="457200" indent="-457200">
              <a:buFont typeface="+mj-lt"/>
              <a:buNone/>
              <a:defRPr sz="1400"/>
            </a:lvl1pPr>
            <a:lvl2pPr marL="571500" indent="-342900">
              <a:buFont typeface="+mj-lt"/>
              <a:buNone/>
              <a:defRPr sz="1200"/>
            </a:lvl2pPr>
            <a:lvl3pPr marL="800100" indent="-342900">
              <a:buFont typeface="+mj-lt"/>
              <a:buNone/>
              <a:defRPr sz="1100"/>
            </a:lvl3pPr>
            <a:lvl4pPr marL="1028700" indent="-342900">
              <a:buFont typeface="+mj-lt"/>
              <a:buNone/>
              <a:defRPr sz="1050"/>
            </a:lvl4pPr>
            <a:lvl5pPr>
              <a:buFont typeface="+mj-lt"/>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8CB16A7-2B91-9487-82EB-D7D51219847E}"/>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48D7B84B-FBFC-D589-881E-D4EA9886A3F0}"/>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80F3CF0F-496C-B902-B8FD-2D816F5CB7AC}"/>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423631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7494" y="687492"/>
            <a:ext cx="6308414" cy="2017614"/>
          </a:xfrm>
        </p:spPr>
        <p:txBody>
          <a:bodyPr anchor="b">
            <a:normAutofit/>
          </a:bodyPr>
          <a:lstStyle>
            <a:lvl1pPr>
              <a:defRPr sz="28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7494" y="2997200"/>
            <a:ext cx="6308414" cy="3165856"/>
          </a:xfrm>
        </p:spPr>
        <p:txBody>
          <a:bodyPr>
            <a:normAutofit/>
          </a:bodyPr>
          <a:lstStyle>
            <a:lvl1pPr marL="457200" indent="-457200">
              <a:buFont typeface="+mj-lt"/>
              <a:buNone/>
              <a:defRPr sz="1400"/>
            </a:lvl1pPr>
            <a:lvl2pPr marL="571500" indent="-342900">
              <a:buFont typeface="+mj-lt"/>
              <a:buNone/>
              <a:defRPr sz="1200"/>
            </a:lvl2pPr>
            <a:lvl3pPr marL="800100" indent="-342900">
              <a:buFont typeface="+mj-lt"/>
              <a:buNone/>
              <a:defRPr sz="1100"/>
            </a:lvl3pPr>
            <a:lvl4pPr marL="1028700" indent="-342900">
              <a:buFont typeface="+mj-lt"/>
              <a:buNone/>
              <a:defRPr sz="1050"/>
            </a:lvl4pPr>
            <a:lvl5pPr>
              <a:buFont typeface="+mj-lt"/>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7626407" y="687492"/>
            <a:ext cx="3878100" cy="5483016"/>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75737" r="-75737"/>
            </a:stretch>
          </a:blipFill>
        </p:spPr>
        <p:txBody>
          <a:bodyPr wrap="square">
            <a:noAutofit/>
          </a:bodyPr>
          <a:lstStyle>
            <a:lvl1pPr marL="0" indent="0">
              <a:buNone/>
              <a:defRPr/>
            </a:lvl1pPr>
          </a:lstStyle>
          <a:p>
            <a:r>
              <a:rPr lang="en-US" dirty="0"/>
              <a:t>   </a:t>
            </a:r>
          </a:p>
        </p:txBody>
      </p:sp>
      <p:sp>
        <p:nvSpPr>
          <p:cNvPr id="4" name="Footer Placeholder 3">
            <a:extLst>
              <a:ext uri="{FF2B5EF4-FFF2-40B4-BE49-F238E27FC236}">
                <a16:creationId xmlns:a16="http://schemas.microsoft.com/office/drawing/2014/main" id="{0FFD054A-88D2-8AC5-BB55-C59F527695C7}"/>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F085A21E-8763-2E88-7470-09E43DCB7750}"/>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8A399C91-F0A3-3A11-A3D6-7F34DD79D698}"/>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12328638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A97EDD7B-DE6D-17E5-4381-530004EB8A74}"/>
              </a:ext>
            </a:extLst>
          </p:cNvPr>
          <p:cNvSpPr>
            <a:spLocks noGrp="1"/>
          </p:cNvSpPr>
          <p:nvPr>
            <p:ph type="title"/>
          </p:nvPr>
        </p:nvSpPr>
        <p:spPr>
          <a:xfrm>
            <a:off x="5841522" y="687494"/>
            <a:ext cx="5662983" cy="1049291"/>
          </a:xfrm>
        </p:spPr>
        <p:txBody>
          <a:bodyPr anchor="t"/>
          <a:lstStyle/>
          <a:p>
            <a:r>
              <a:rPr lang="en-US"/>
              <a:t>Click to edit Master title style</a:t>
            </a:r>
          </a:p>
        </p:txBody>
      </p:sp>
      <p:sp>
        <p:nvSpPr>
          <p:cNvPr id="12" name="Picture Placeholder 9">
            <a:extLst>
              <a:ext uri="{FF2B5EF4-FFF2-40B4-BE49-F238E27FC236}">
                <a16:creationId xmlns:a16="http://schemas.microsoft.com/office/drawing/2014/main" id="{4EF6A8B1-A24E-F193-B77A-9876D6702F27}"/>
              </a:ext>
            </a:extLst>
          </p:cNvPr>
          <p:cNvSpPr>
            <a:spLocks noGrp="1"/>
          </p:cNvSpPr>
          <p:nvPr>
            <p:ph type="pic" sz="quarter" idx="14" hasCustomPrompt="1"/>
          </p:nvPr>
        </p:nvSpPr>
        <p:spPr>
          <a:xfrm>
            <a:off x="678871" y="687492"/>
            <a:ext cx="4452410" cy="5483013"/>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59518" r="-59518"/>
            </a:stretch>
          </a:blipFill>
        </p:spPr>
        <p:txBody>
          <a:bodyPr wrap="square">
            <a:noAutofit/>
          </a:bodyPr>
          <a:lstStyle>
            <a:lvl1pPr marL="0" indent="0">
              <a:buNone/>
              <a:defRPr/>
            </a:lvl1pPr>
          </a:lstStyle>
          <a:p>
            <a:r>
              <a:rPr lang="en-US" dirty="0"/>
              <a:t>   </a:t>
            </a:r>
          </a:p>
        </p:txBody>
      </p:sp>
      <p:sp>
        <p:nvSpPr>
          <p:cNvPr id="13" name="Content Placeholder 7">
            <a:extLst>
              <a:ext uri="{FF2B5EF4-FFF2-40B4-BE49-F238E27FC236}">
                <a16:creationId xmlns:a16="http://schemas.microsoft.com/office/drawing/2014/main" id="{8676FB4F-B64E-DCC7-1309-42D58F28DBF3}"/>
              </a:ext>
            </a:extLst>
          </p:cNvPr>
          <p:cNvSpPr>
            <a:spLocks noGrp="1"/>
          </p:cNvSpPr>
          <p:nvPr>
            <p:ph sz="quarter" idx="15"/>
          </p:nvPr>
        </p:nvSpPr>
        <p:spPr>
          <a:xfrm>
            <a:off x="5841522" y="2053560"/>
            <a:ext cx="5671607" cy="411694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94DF20DA-AED3-283F-9A9E-1F1BCED1D049}"/>
              </a:ext>
            </a:extLst>
          </p:cNvPr>
          <p:cNvSpPr>
            <a:spLocks noGrp="1"/>
          </p:cNvSpPr>
          <p:nvPr>
            <p:ph type="ftr" sz="quarter" idx="17"/>
          </p:nvPr>
        </p:nvSpPr>
        <p:spPr/>
        <p:txBody>
          <a:bodyPr/>
          <a:lstStyle/>
          <a:p>
            <a:endParaRPr lang="en-US" dirty="0"/>
          </a:p>
        </p:txBody>
      </p:sp>
      <p:sp>
        <p:nvSpPr>
          <p:cNvPr id="2" name="Date Placeholder 1">
            <a:extLst>
              <a:ext uri="{FF2B5EF4-FFF2-40B4-BE49-F238E27FC236}">
                <a16:creationId xmlns:a16="http://schemas.microsoft.com/office/drawing/2014/main" id="{CD6F5FD8-373C-BC99-B74A-71C2F138E475}"/>
              </a:ext>
            </a:extLst>
          </p:cNvPr>
          <p:cNvSpPr>
            <a:spLocks noGrp="1"/>
          </p:cNvSpPr>
          <p:nvPr>
            <p:ph type="dt" sz="half" idx="16"/>
          </p:nvPr>
        </p:nvSpPr>
        <p:spPr/>
        <p:txBody>
          <a:bodyPr/>
          <a:lstStyle/>
          <a:p>
            <a:endParaRPr lang="en-US" dirty="0"/>
          </a:p>
        </p:txBody>
      </p:sp>
      <p:sp>
        <p:nvSpPr>
          <p:cNvPr id="5" name="Slide Number Placeholder 4">
            <a:extLst>
              <a:ext uri="{FF2B5EF4-FFF2-40B4-BE49-F238E27FC236}">
                <a16:creationId xmlns:a16="http://schemas.microsoft.com/office/drawing/2014/main" id="{FCDC579E-F3C4-55B0-6D77-9FEBF71C56B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393162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A97EDD7B-DE6D-17E5-4381-530004EB8A74}"/>
              </a:ext>
            </a:extLst>
          </p:cNvPr>
          <p:cNvSpPr>
            <a:spLocks noGrp="1"/>
          </p:cNvSpPr>
          <p:nvPr>
            <p:ph type="title"/>
          </p:nvPr>
        </p:nvSpPr>
        <p:spPr>
          <a:xfrm>
            <a:off x="679869" y="687494"/>
            <a:ext cx="6318225" cy="1049291"/>
          </a:xfrm>
        </p:spPr>
        <p:txBody>
          <a:bodyPr anchor="t"/>
          <a:lstStyle/>
          <a:p>
            <a:r>
              <a:rPr lang="en-US"/>
              <a:t>Click to edit Master title style</a:t>
            </a:r>
          </a:p>
        </p:txBody>
      </p:sp>
      <p:sp>
        <p:nvSpPr>
          <p:cNvPr id="13" name="Content Placeholder 7">
            <a:extLst>
              <a:ext uri="{FF2B5EF4-FFF2-40B4-BE49-F238E27FC236}">
                <a16:creationId xmlns:a16="http://schemas.microsoft.com/office/drawing/2014/main" id="{8676FB4F-B64E-DCC7-1309-42D58F28DBF3}"/>
              </a:ext>
            </a:extLst>
          </p:cNvPr>
          <p:cNvSpPr>
            <a:spLocks noGrp="1"/>
          </p:cNvSpPr>
          <p:nvPr>
            <p:ph sz="quarter" idx="15"/>
          </p:nvPr>
        </p:nvSpPr>
        <p:spPr>
          <a:xfrm>
            <a:off x="678871" y="2053560"/>
            <a:ext cx="6327847" cy="411694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9">
            <a:extLst>
              <a:ext uri="{FF2B5EF4-FFF2-40B4-BE49-F238E27FC236}">
                <a16:creationId xmlns:a16="http://schemas.microsoft.com/office/drawing/2014/main" id="{4EF6A8B1-A24E-F193-B77A-9876D6702F27}"/>
              </a:ext>
            </a:extLst>
          </p:cNvPr>
          <p:cNvSpPr>
            <a:spLocks noGrp="1"/>
          </p:cNvSpPr>
          <p:nvPr>
            <p:ph type="pic" sz="quarter" idx="14" hasCustomPrompt="1"/>
          </p:nvPr>
        </p:nvSpPr>
        <p:spPr>
          <a:xfrm>
            <a:off x="7707542" y="687492"/>
            <a:ext cx="3805587" cy="5483013"/>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67197" r="-67197"/>
            </a:stretch>
          </a:blipFill>
        </p:spPr>
        <p:txBody>
          <a:bodyPr wrap="square">
            <a:noAutofit/>
          </a:bodyPr>
          <a:lstStyle>
            <a:lvl1pPr marL="0" indent="0">
              <a:buNone/>
              <a:defRPr/>
            </a:lvl1pPr>
          </a:lstStyle>
          <a:p>
            <a:r>
              <a:rPr lang="en-US" dirty="0"/>
              <a:t>   </a:t>
            </a:r>
          </a:p>
        </p:txBody>
      </p:sp>
      <p:sp>
        <p:nvSpPr>
          <p:cNvPr id="3" name="Footer Placeholder 2">
            <a:extLst>
              <a:ext uri="{FF2B5EF4-FFF2-40B4-BE49-F238E27FC236}">
                <a16:creationId xmlns:a16="http://schemas.microsoft.com/office/drawing/2014/main" id="{698FC07B-DBB3-6713-7446-1CB062A1752F}"/>
              </a:ext>
            </a:extLst>
          </p:cNvPr>
          <p:cNvSpPr>
            <a:spLocks noGrp="1"/>
          </p:cNvSpPr>
          <p:nvPr>
            <p:ph type="ftr" sz="quarter" idx="17"/>
          </p:nvPr>
        </p:nvSpPr>
        <p:spPr/>
        <p:txBody>
          <a:bodyPr/>
          <a:lstStyle/>
          <a:p>
            <a:endParaRPr lang="en-US" dirty="0"/>
          </a:p>
        </p:txBody>
      </p:sp>
      <p:sp>
        <p:nvSpPr>
          <p:cNvPr id="2" name="Date Placeholder 1">
            <a:extLst>
              <a:ext uri="{FF2B5EF4-FFF2-40B4-BE49-F238E27FC236}">
                <a16:creationId xmlns:a16="http://schemas.microsoft.com/office/drawing/2014/main" id="{CC5CE356-8F45-9528-A1A3-57FFB6F123C7}"/>
              </a:ext>
            </a:extLst>
          </p:cNvPr>
          <p:cNvSpPr>
            <a:spLocks noGrp="1"/>
          </p:cNvSpPr>
          <p:nvPr>
            <p:ph type="dt" sz="half" idx="16"/>
          </p:nvPr>
        </p:nvSpPr>
        <p:spPr/>
        <p:txBody>
          <a:bodyPr/>
          <a:lstStyle/>
          <a:p>
            <a:endParaRPr lang="en-US" dirty="0"/>
          </a:p>
        </p:txBody>
      </p:sp>
      <p:sp>
        <p:nvSpPr>
          <p:cNvPr id="7" name="Slide Number Placeholder 6">
            <a:extLst>
              <a:ext uri="{FF2B5EF4-FFF2-40B4-BE49-F238E27FC236}">
                <a16:creationId xmlns:a16="http://schemas.microsoft.com/office/drawing/2014/main" id="{019DD9CF-D579-D07B-C24D-5A89B1A420D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6056995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1" y="3880757"/>
            <a:ext cx="2978729" cy="2282300"/>
          </a:xfrm>
        </p:spPr>
        <p:txBody>
          <a:bodyPr anchor="t">
            <a:normAutofit/>
          </a:bodyPr>
          <a:lstStyle>
            <a:lvl1pPr>
              <a:defRPr sz="2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78871" y="732115"/>
            <a:ext cx="10827329" cy="2711216"/>
          </a:xfrm>
          <a:blipFill>
            <a:blip r:embed="rId2">
              <a:alphaModFix amt="60000"/>
              <a:extLst>
                <a:ext uri="{28A0092B-C50C-407E-A947-70E740481C1C}">
                  <a14:useLocalDpi xmlns:a14="http://schemas.microsoft.com/office/drawing/2010/main" val="0"/>
                </a:ext>
              </a:extLst>
            </a:blip>
            <a:srcRect/>
            <a:stretch>
              <a:fillRect t="-84535" b="-3999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2370" y="3880758"/>
            <a:ext cx="7404607" cy="228230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99E808D1-FDEB-C4DA-A78C-86E9E878FFA9}"/>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ABDC3112-C844-AF9C-BD29-9F54BFB4BEA3}"/>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9853455F-03AC-59D9-5F32-49E6590DEC4F}"/>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2962720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2" y="685800"/>
            <a:ext cx="3443498" cy="2330454"/>
          </a:xfrm>
        </p:spPr>
        <p:txBody>
          <a:bodyPr anchor="t">
            <a:normAutofit/>
          </a:bodyPr>
          <a:lstStyle>
            <a:lvl1pPr>
              <a:defRPr sz="2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13267" y="685800"/>
            <a:ext cx="6892933" cy="233045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678871" y="3636524"/>
            <a:ext cx="10827329" cy="2513999"/>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a:blip r:embed="rId2">
              <a:alphaModFix amt="60000"/>
              <a:extLst>
                <a:ext uri="{28A0092B-C50C-407E-A947-70E740481C1C}">
                  <a14:useLocalDpi xmlns:a14="http://schemas.microsoft.com/office/drawing/2010/main" val="0"/>
                </a:ext>
              </a:extLst>
            </a:blip>
            <a:srcRect/>
            <a:stretch>
              <a:fillRect t="-94491" b="-49353"/>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EE71176D-6F59-6E6F-1B64-88FAB9F6DCC5}"/>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21D15A84-35DF-61C1-E0CD-9C9F5E85A15C}"/>
              </a:ext>
            </a:extLst>
          </p:cNvPr>
          <p:cNvSpPr>
            <a:spLocks noGrp="1"/>
          </p:cNvSpPr>
          <p:nvPr>
            <p:ph type="dt" sz="half" idx="15"/>
          </p:nvPr>
        </p:nvSpPr>
        <p:spPr/>
        <p:txBody>
          <a:bodyPr/>
          <a:lstStyle/>
          <a:p>
            <a:endParaRPr lang="en-US" dirty="0"/>
          </a:p>
        </p:txBody>
      </p:sp>
      <p:sp>
        <p:nvSpPr>
          <p:cNvPr id="6" name="Slide Number Placeholder 5">
            <a:extLst>
              <a:ext uri="{FF2B5EF4-FFF2-40B4-BE49-F238E27FC236}">
                <a16:creationId xmlns:a16="http://schemas.microsoft.com/office/drawing/2014/main" id="{D30D8B36-4FE1-E52B-160B-145190055FA9}"/>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477738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6B949F66-F66B-FD13-D580-BAAF491A9580}"/>
              </a:ext>
            </a:extLst>
          </p:cNvPr>
          <p:cNvSpPr>
            <a:spLocks noGrp="1"/>
          </p:cNvSpPr>
          <p:nvPr>
            <p:ph type="title"/>
          </p:nvPr>
        </p:nvSpPr>
        <p:spPr>
          <a:xfrm>
            <a:off x="678871" y="685800"/>
            <a:ext cx="10827330" cy="985966"/>
          </a:xfrm>
        </p:spPr>
        <p:txBody>
          <a:bodyPr anchor="t"/>
          <a:lstStyle/>
          <a:p>
            <a:r>
              <a:rPr lang="en-US"/>
              <a:t>Click to edit Master title style</a:t>
            </a:r>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678871" y="1830774"/>
            <a:ext cx="6560129" cy="4332284"/>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2">
              <a:alphaModFix amt="60000"/>
              <a:extLst>
                <a:ext uri="{28A0092B-C50C-407E-A947-70E740481C1C}">
                  <a14:useLocalDpi xmlns:a14="http://schemas.microsoft.com/office/drawing/2010/main" val="0"/>
                </a:ext>
              </a:extLst>
            </a:blip>
            <a:srcRect/>
            <a:stretch>
              <a:fillRect l="-8731" r="-8731"/>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848599" y="1830773"/>
            <a:ext cx="3657601" cy="43322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F9C74D3-4953-87AB-DEFD-DAE552B32F2A}"/>
              </a:ext>
            </a:extLst>
          </p:cNvPr>
          <p:cNvSpPr>
            <a:spLocks noGrp="1"/>
          </p:cNvSpPr>
          <p:nvPr>
            <p:ph type="ftr" sz="quarter" idx="16"/>
          </p:nvPr>
        </p:nvSpPr>
        <p:spPr/>
        <p:txBody>
          <a:bodyPr/>
          <a:lstStyle/>
          <a:p>
            <a:endParaRPr lang="en-US" dirty="0"/>
          </a:p>
        </p:txBody>
      </p:sp>
      <p:sp>
        <p:nvSpPr>
          <p:cNvPr id="5" name="Date Placeholder 4">
            <a:extLst>
              <a:ext uri="{FF2B5EF4-FFF2-40B4-BE49-F238E27FC236}">
                <a16:creationId xmlns:a16="http://schemas.microsoft.com/office/drawing/2014/main" id="{33B4D3FF-FC3B-DF81-D68A-C24A7A51E7F8}"/>
              </a:ext>
            </a:extLst>
          </p:cNvPr>
          <p:cNvSpPr>
            <a:spLocks noGrp="1"/>
          </p:cNvSpPr>
          <p:nvPr>
            <p:ph type="dt" sz="half" idx="15"/>
          </p:nvPr>
        </p:nvSpPr>
        <p:spPr/>
        <p:txBody>
          <a:bodyPr/>
          <a:lstStyle/>
          <a:p>
            <a:endParaRPr lang="en-US" dirty="0"/>
          </a:p>
        </p:txBody>
      </p:sp>
      <p:sp>
        <p:nvSpPr>
          <p:cNvPr id="7" name="Slide Number Placeholder 6">
            <a:extLst>
              <a:ext uri="{FF2B5EF4-FFF2-40B4-BE49-F238E27FC236}">
                <a16:creationId xmlns:a16="http://schemas.microsoft.com/office/drawing/2014/main" id="{E0B1B140-6B27-A9E5-686F-E0A1260B1319}"/>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5204788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6B949F66-F66B-FD13-D580-BAAF491A9580}"/>
              </a:ext>
            </a:extLst>
          </p:cNvPr>
          <p:cNvSpPr>
            <a:spLocks noGrp="1"/>
          </p:cNvSpPr>
          <p:nvPr>
            <p:ph type="title"/>
          </p:nvPr>
        </p:nvSpPr>
        <p:spPr>
          <a:xfrm>
            <a:off x="678871" y="685800"/>
            <a:ext cx="10827330" cy="985966"/>
          </a:xfrm>
        </p:spPr>
        <p:txBody>
          <a:bodyPr anchor="t"/>
          <a:lstStyle/>
          <a:p>
            <a:r>
              <a:rPr lang="en-US"/>
              <a:t>Click to edit Master title style</a:t>
            </a:r>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678871" y="1830774"/>
            <a:ext cx="5112329" cy="4332284"/>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2">
              <a:alphaModFix amt="60000"/>
              <a:extLst>
                <a:ext uri="{28A0092B-C50C-407E-A947-70E740481C1C}">
                  <a14:useLocalDpi xmlns:a14="http://schemas.microsoft.com/office/drawing/2010/main" val="0"/>
                </a:ext>
              </a:extLst>
            </a:blip>
            <a:srcRect/>
            <a:stretch>
              <a:fillRect l="-25363" r="-25363"/>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62821" y="1830773"/>
            <a:ext cx="5143379" cy="43322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EA4CDA6C-1820-A056-2B4A-240B4D831E43}"/>
              </a:ext>
            </a:extLst>
          </p:cNvPr>
          <p:cNvSpPr>
            <a:spLocks noGrp="1"/>
          </p:cNvSpPr>
          <p:nvPr>
            <p:ph type="ftr" sz="quarter" idx="16"/>
          </p:nvPr>
        </p:nvSpPr>
        <p:spPr/>
        <p:txBody>
          <a:bodyPr/>
          <a:lstStyle/>
          <a:p>
            <a:endParaRPr lang="en-US" dirty="0"/>
          </a:p>
        </p:txBody>
      </p:sp>
      <p:sp>
        <p:nvSpPr>
          <p:cNvPr id="5" name="Date Placeholder 4">
            <a:extLst>
              <a:ext uri="{FF2B5EF4-FFF2-40B4-BE49-F238E27FC236}">
                <a16:creationId xmlns:a16="http://schemas.microsoft.com/office/drawing/2014/main" id="{1E93D0EB-A6DA-C46E-D18F-B61C44EF0422}"/>
              </a:ext>
            </a:extLst>
          </p:cNvPr>
          <p:cNvSpPr>
            <a:spLocks noGrp="1"/>
          </p:cNvSpPr>
          <p:nvPr>
            <p:ph type="dt" sz="half" idx="15"/>
          </p:nvPr>
        </p:nvSpPr>
        <p:spPr/>
        <p:txBody>
          <a:bodyPr/>
          <a:lstStyle/>
          <a:p>
            <a:endParaRPr lang="en-US" dirty="0"/>
          </a:p>
        </p:txBody>
      </p:sp>
      <p:sp>
        <p:nvSpPr>
          <p:cNvPr id="7" name="Slide Number Placeholder 6">
            <a:extLst>
              <a:ext uri="{FF2B5EF4-FFF2-40B4-BE49-F238E27FC236}">
                <a16:creationId xmlns:a16="http://schemas.microsoft.com/office/drawing/2014/main" id="{86BB683A-634D-19CA-3758-07887799DC40}"/>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96962765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1" y="685800"/>
            <a:ext cx="4274130" cy="1269482"/>
          </a:xfrm>
        </p:spPr>
        <p:txBody>
          <a:bodyPr anchor="t">
            <a:normAutofit/>
          </a:bodyPr>
          <a:lstStyle>
            <a:lvl1pPr>
              <a:defRPr sz="28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78871" y="2173850"/>
            <a:ext cx="4274130" cy="3963682"/>
          </a:xfrm>
          <a:blipFill>
            <a:blip r:embed="rId2">
              <a:alphaModFix amt="60000"/>
              <a:extLst>
                <a:ext uri="{28A0092B-C50C-407E-A947-70E740481C1C}">
                  <a14:useLocalDpi xmlns:a14="http://schemas.microsoft.com/office/drawing/2010/main" val="0"/>
                </a:ext>
              </a:extLst>
            </a:blip>
            <a:srcRect/>
            <a:stretch>
              <a:fillRect l="-32473" r="-32473"/>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573333" y="685800"/>
            <a:ext cx="5932867" cy="5477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1D79C85-F436-B8CC-25B1-1484A2E6D9E5}"/>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370E5895-9C3C-E2ED-0696-017C51EB8F17}"/>
              </a:ext>
            </a:extLst>
          </p:cNvPr>
          <p:cNvSpPr>
            <a:spLocks noGrp="1"/>
          </p:cNvSpPr>
          <p:nvPr>
            <p:ph type="dt" sz="half" idx="15"/>
          </p:nvPr>
        </p:nvSpPr>
        <p:spPr/>
        <p:txBody>
          <a:bodyPr/>
          <a:lstStyle/>
          <a:p>
            <a:endParaRPr lang="en-US" dirty="0"/>
          </a:p>
        </p:txBody>
      </p:sp>
      <p:sp>
        <p:nvSpPr>
          <p:cNvPr id="5" name="Slide Number Placeholder 4">
            <a:extLst>
              <a:ext uri="{FF2B5EF4-FFF2-40B4-BE49-F238E27FC236}">
                <a16:creationId xmlns:a16="http://schemas.microsoft.com/office/drawing/2014/main" id="{96110E32-BBC0-38C8-4A92-51464FFB2E45}"/>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5013981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81763" y="687493"/>
            <a:ext cx="6724438" cy="1446108"/>
          </a:xfrm>
        </p:spPr>
        <p:txBody>
          <a:bodyPr anchor="t"/>
          <a:lstStyle/>
          <a:p>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78871" y="687492"/>
            <a:ext cx="3435929" cy="5483016"/>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91918" r="-91918"/>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783374" y="2419354"/>
            <a:ext cx="6714213" cy="3743702"/>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4D434C21-9AE9-F631-7C47-0FF6C5942762}"/>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13D4C698-492C-2FAD-95DB-969CC69A6005}"/>
              </a:ext>
            </a:extLst>
          </p:cNvPr>
          <p:cNvSpPr>
            <a:spLocks noGrp="1"/>
          </p:cNvSpPr>
          <p:nvPr>
            <p:ph type="dt" sz="half" idx="15"/>
          </p:nvPr>
        </p:nvSpPr>
        <p:spPr/>
        <p:txBody>
          <a:bodyPr/>
          <a:lstStyle/>
          <a:p>
            <a:endParaRPr lang="en-US" dirty="0"/>
          </a:p>
        </p:txBody>
      </p:sp>
      <p:sp>
        <p:nvSpPr>
          <p:cNvPr id="9" name="Slide Number Placeholder 8">
            <a:extLst>
              <a:ext uri="{FF2B5EF4-FFF2-40B4-BE49-F238E27FC236}">
                <a16:creationId xmlns:a16="http://schemas.microsoft.com/office/drawing/2014/main" id="{85539C1F-4C6E-483B-915F-317EFA8BE922}"/>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6500434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6275" y="687493"/>
            <a:ext cx="7379174" cy="1446108"/>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78871" y="2419354"/>
            <a:ext cx="7367953" cy="3743702"/>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8724022" y="687492"/>
            <a:ext cx="2789107" cy="5483016"/>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60000"/>
              <a:extLst>
                <a:ext uri="{28A0092B-C50C-407E-A947-70E740481C1C}">
                  <a14:useLocalDpi xmlns:a14="http://schemas.microsoft.com/office/drawing/2010/main" val="0"/>
                </a:ext>
              </a:extLst>
            </a:blip>
            <a:srcRect/>
            <a:stretch>
              <a:fillRect l="-124830" r="-124830"/>
            </a:stretch>
          </a:blipFill>
        </p:spPr>
        <p:txBody>
          <a:bodyPr wrap="square">
            <a:noAutofit/>
          </a:bodyPr>
          <a:lstStyle>
            <a:lvl1pPr marL="0" indent="0">
              <a:buNone/>
              <a:defRPr/>
            </a:lvl1pPr>
          </a:lstStyle>
          <a:p>
            <a:r>
              <a:rPr lang="en-US" dirty="0"/>
              <a:t>   </a:t>
            </a:r>
          </a:p>
        </p:txBody>
      </p:sp>
      <p:sp>
        <p:nvSpPr>
          <p:cNvPr id="4" name="Footer Placeholder 3">
            <a:extLst>
              <a:ext uri="{FF2B5EF4-FFF2-40B4-BE49-F238E27FC236}">
                <a16:creationId xmlns:a16="http://schemas.microsoft.com/office/drawing/2014/main" id="{DA01B279-14F8-811B-68AF-FDEBF89CFB1F}"/>
              </a:ext>
            </a:extLst>
          </p:cNvPr>
          <p:cNvSpPr>
            <a:spLocks noGrp="1"/>
          </p:cNvSpPr>
          <p:nvPr>
            <p:ph type="ftr" sz="quarter" idx="16"/>
          </p:nvPr>
        </p:nvSpPr>
        <p:spPr/>
        <p:txBody>
          <a:bodyPr/>
          <a:lstStyle/>
          <a:p>
            <a:endParaRPr lang="en-US" dirty="0"/>
          </a:p>
        </p:txBody>
      </p:sp>
      <p:sp>
        <p:nvSpPr>
          <p:cNvPr id="3" name="Date Placeholder 2">
            <a:extLst>
              <a:ext uri="{FF2B5EF4-FFF2-40B4-BE49-F238E27FC236}">
                <a16:creationId xmlns:a16="http://schemas.microsoft.com/office/drawing/2014/main" id="{72087AEB-2562-14F9-A50E-AD7A31F76ADF}"/>
              </a:ext>
            </a:extLst>
          </p:cNvPr>
          <p:cNvSpPr>
            <a:spLocks noGrp="1"/>
          </p:cNvSpPr>
          <p:nvPr>
            <p:ph type="dt" sz="half" idx="15"/>
          </p:nvPr>
        </p:nvSpPr>
        <p:spPr/>
        <p:txBody>
          <a:bodyPr/>
          <a:lstStyle/>
          <a:p>
            <a:endParaRPr lang="en-US" dirty="0"/>
          </a:p>
        </p:txBody>
      </p:sp>
      <p:sp>
        <p:nvSpPr>
          <p:cNvPr id="9" name="Slide Number Placeholder 8">
            <a:extLst>
              <a:ext uri="{FF2B5EF4-FFF2-40B4-BE49-F238E27FC236}">
                <a16:creationId xmlns:a16="http://schemas.microsoft.com/office/drawing/2014/main" id="{D8BBF552-6277-D4E7-9B98-D4080873F748}"/>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6018903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B3EC321-CEEB-C816-CF10-03F0A527D569}"/>
              </a:ext>
            </a:extLst>
          </p:cNvPr>
          <p:cNvSpPr>
            <a:spLocks noGrp="1"/>
          </p:cNvSpPr>
          <p:nvPr>
            <p:ph type="title"/>
          </p:nvPr>
        </p:nvSpPr>
        <p:spPr>
          <a:xfrm>
            <a:off x="3754218" y="687493"/>
            <a:ext cx="7758911" cy="988908"/>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87494" y="687492"/>
            <a:ext cx="2360507" cy="5483016"/>
          </a:xfrm>
          <a:blipFill>
            <a:blip r:embed="rId2">
              <a:alphaModFix amt="60000"/>
              <a:extLst>
                <a:ext uri="{28A0092B-C50C-407E-A947-70E740481C1C}">
                  <a14:useLocalDpi xmlns:a14="http://schemas.microsoft.com/office/drawing/2010/main" val="0"/>
                </a:ext>
              </a:extLst>
            </a:blip>
            <a:srcRect/>
            <a:stretch>
              <a:fillRect l="-156574" r="-156574"/>
            </a:stretch>
          </a:blipFill>
        </p:spPr>
        <p:txBody>
          <a:bodyPr/>
          <a:lstStyle>
            <a:lvl1pPr marL="0" indent="0">
              <a:buNone/>
              <a:defRPr/>
            </a:lvl1pPr>
          </a:lstStyle>
          <a:p>
            <a:r>
              <a:rPr lang="en-US" dirty="0"/>
              <a:t>   </a:t>
            </a:r>
          </a:p>
        </p:txBody>
      </p:sp>
      <p:sp>
        <p:nvSpPr>
          <p:cNvPr id="12" name="Content Placeholder 7">
            <a:extLst>
              <a:ext uri="{FF2B5EF4-FFF2-40B4-BE49-F238E27FC236}">
                <a16:creationId xmlns:a16="http://schemas.microsoft.com/office/drawing/2014/main" id="{0F80EB41-3C35-A1B2-916F-477D2FDBA78F}"/>
              </a:ext>
            </a:extLst>
          </p:cNvPr>
          <p:cNvSpPr>
            <a:spLocks noGrp="1"/>
          </p:cNvSpPr>
          <p:nvPr>
            <p:ph sz="quarter" idx="14"/>
          </p:nvPr>
        </p:nvSpPr>
        <p:spPr>
          <a:xfrm>
            <a:off x="3754218" y="1953528"/>
            <a:ext cx="7750288" cy="42095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FB734294-24E0-2032-5C49-55BAB969D42C}"/>
              </a:ext>
            </a:extLst>
          </p:cNvPr>
          <p:cNvSpPr>
            <a:spLocks noGrp="1"/>
          </p:cNvSpPr>
          <p:nvPr>
            <p:ph type="ftr" sz="quarter" idx="16"/>
          </p:nvPr>
        </p:nvSpPr>
        <p:spPr/>
        <p:txBody>
          <a:bodyPr/>
          <a:lstStyle/>
          <a:p>
            <a:endParaRPr lang="en-US" dirty="0"/>
          </a:p>
        </p:txBody>
      </p:sp>
      <p:sp>
        <p:nvSpPr>
          <p:cNvPr id="2" name="Date Placeholder 1">
            <a:extLst>
              <a:ext uri="{FF2B5EF4-FFF2-40B4-BE49-F238E27FC236}">
                <a16:creationId xmlns:a16="http://schemas.microsoft.com/office/drawing/2014/main" id="{4B22AC9E-77BC-1AD2-8EB8-923CDF4BBE01}"/>
              </a:ext>
            </a:extLst>
          </p:cNvPr>
          <p:cNvSpPr>
            <a:spLocks noGrp="1"/>
          </p:cNvSpPr>
          <p:nvPr>
            <p:ph type="dt" sz="half" idx="15"/>
          </p:nvPr>
        </p:nvSpPr>
        <p:spPr/>
        <p:txBody>
          <a:bodyPr/>
          <a:lstStyle/>
          <a:p>
            <a:endParaRPr lang="en-US" dirty="0"/>
          </a:p>
        </p:txBody>
      </p:sp>
      <p:sp>
        <p:nvSpPr>
          <p:cNvPr id="4" name="Slide Number Placeholder 3">
            <a:extLst>
              <a:ext uri="{FF2B5EF4-FFF2-40B4-BE49-F238E27FC236}">
                <a16:creationId xmlns:a16="http://schemas.microsoft.com/office/drawing/2014/main" id="{5A2A8A83-D457-8B0A-7A32-F95024D8D586}"/>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42057886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B3EC321-CEEB-C816-CF10-03F0A527D569}"/>
              </a:ext>
            </a:extLst>
          </p:cNvPr>
          <p:cNvSpPr>
            <a:spLocks noGrp="1"/>
          </p:cNvSpPr>
          <p:nvPr>
            <p:ph type="title"/>
          </p:nvPr>
        </p:nvSpPr>
        <p:spPr>
          <a:xfrm>
            <a:off x="678131" y="687493"/>
            <a:ext cx="8424453" cy="988908"/>
          </a:xfrm>
        </p:spPr>
        <p:txBody>
          <a:bodyPr anchor="t"/>
          <a:lstStyle/>
          <a:p>
            <a:r>
              <a:rPr lang="en-US"/>
              <a:t>Click to edit Master title style</a:t>
            </a:r>
          </a:p>
        </p:txBody>
      </p:sp>
      <p:sp>
        <p:nvSpPr>
          <p:cNvPr id="12" name="Content Placeholder 7">
            <a:extLst>
              <a:ext uri="{FF2B5EF4-FFF2-40B4-BE49-F238E27FC236}">
                <a16:creationId xmlns:a16="http://schemas.microsoft.com/office/drawing/2014/main" id="{0F80EB41-3C35-A1B2-916F-477D2FDBA78F}"/>
              </a:ext>
            </a:extLst>
          </p:cNvPr>
          <p:cNvSpPr>
            <a:spLocks noGrp="1"/>
          </p:cNvSpPr>
          <p:nvPr>
            <p:ph sz="quarter" idx="14"/>
          </p:nvPr>
        </p:nvSpPr>
        <p:spPr>
          <a:xfrm>
            <a:off x="678871" y="1953528"/>
            <a:ext cx="8415090" cy="42095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9769355" y="687492"/>
            <a:ext cx="1722308" cy="5483016"/>
          </a:xfrm>
          <a:blipFill>
            <a:blip r:embed="rId2">
              <a:alphaModFix amt="60000"/>
              <a:extLst>
                <a:ext uri="{28A0092B-C50C-407E-A947-70E740481C1C}">
                  <a14:useLocalDpi xmlns:a14="http://schemas.microsoft.com/office/drawing/2010/main" val="0"/>
                </a:ext>
              </a:extLst>
            </a:blip>
            <a:srcRect/>
            <a:stretch>
              <a:fillRect l="-233120" r="-233120"/>
            </a:stretch>
          </a:blipFill>
        </p:spPr>
        <p:txBody>
          <a:bodyPr/>
          <a:lstStyle>
            <a:lvl1pPr marL="0" indent="0">
              <a:buNone/>
              <a:defRPr/>
            </a:lvl1pPr>
          </a:lstStyle>
          <a:p>
            <a:r>
              <a:rPr lang="en-US" dirty="0"/>
              <a:t>   </a:t>
            </a:r>
          </a:p>
        </p:txBody>
      </p:sp>
      <p:sp>
        <p:nvSpPr>
          <p:cNvPr id="3" name="Footer Placeholder 2">
            <a:extLst>
              <a:ext uri="{FF2B5EF4-FFF2-40B4-BE49-F238E27FC236}">
                <a16:creationId xmlns:a16="http://schemas.microsoft.com/office/drawing/2014/main" id="{6963ABC3-6B6D-93A5-5D5C-31E2D53D3F40}"/>
              </a:ext>
            </a:extLst>
          </p:cNvPr>
          <p:cNvSpPr>
            <a:spLocks noGrp="1"/>
          </p:cNvSpPr>
          <p:nvPr>
            <p:ph type="ftr" sz="quarter" idx="16"/>
          </p:nvPr>
        </p:nvSpPr>
        <p:spPr/>
        <p:txBody>
          <a:bodyPr/>
          <a:lstStyle/>
          <a:p>
            <a:endParaRPr lang="en-US" dirty="0"/>
          </a:p>
        </p:txBody>
      </p:sp>
      <p:sp>
        <p:nvSpPr>
          <p:cNvPr id="2" name="Date Placeholder 1">
            <a:extLst>
              <a:ext uri="{FF2B5EF4-FFF2-40B4-BE49-F238E27FC236}">
                <a16:creationId xmlns:a16="http://schemas.microsoft.com/office/drawing/2014/main" id="{C47FF304-5BE8-9322-A906-1705F80BA2A6}"/>
              </a:ext>
            </a:extLst>
          </p:cNvPr>
          <p:cNvSpPr>
            <a:spLocks noGrp="1"/>
          </p:cNvSpPr>
          <p:nvPr>
            <p:ph type="dt" sz="half" idx="15"/>
          </p:nvPr>
        </p:nvSpPr>
        <p:spPr/>
        <p:txBody>
          <a:bodyPr/>
          <a:lstStyle/>
          <a:p>
            <a:endParaRPr lang="en-US" dirty="0"/>
          </a:p>
        </p:txBody>
      </p:sp>
      <p:sp>
        <p:nvSpPr>
          <p:cNvPr id="4" name="Slide Number Placeholder 3">
            <a:extLst>
              <a:ext uri="{FF2B5EF4-FFF2-40B4-BE49-F238E27FC236}">
                <a16:creationId xmlns:a16="http://schemas.microsoft.com/office/drawing/2014/main" id="{A9E9EE94-4C42-847B-A24C-BB0C72B4D29D}"/>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3832076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78872" y="685800"/>
            <a:ext cx="2855064" cy="2972670"/>
          </a:xfrm>
        </p:spPr>
        <p:txBody>
          <a:bodyPr anchor="t">
            <a:normAutofit/>
          </a:bodyPr>
          <a:lstStyle>
            <a:lvl1pPr>
              <a:defRPr sz="24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78870" y="3942324"/>
            <a:ext cx="2855065" cy="2206578"/>
          </a:xfrm>
          <a:blipFill>
            <a:blip r:embed="rId2">
              <a:alphaModFix amt="60000"/>
              <a:extLst>
                <a:ext uri="{28A0092B-C50C-407E-A947-70E740481C1C}">
                  <a14:useLocalDpi xmlns:a14="http://schemas.microsoft.com/office/drawing/2010/main" val="0"/>
                </a:ext>
              </a:extLst>
            </a:blip>
            <a:srcRect/>
            <a:stretch>
              <a:fillRect l="-18733" r="-18733"/>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154267" y="687492"/>
            <a:ext cx="7348626" cy="54830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FBD4A13-0539-3541-39AF-1B480EBA2F2D}"/>
              </a:ext>
            </a:extLst>
          </p:cNvPr>
          <p:cNvSpPr>
            <a:spLocks noGrp="1"/>
          </p:cNvSpPr>
          <p:nvPr>
            <p:ph type="ftr" sz="quarter" idx="16"/>
          </p:nvPr>
        </p:nvSpPr>
        <p:spPr/>
        <p:txBody>
          <a:bodyPr/>
          <a:lstStyle/>
          <a:p>
            <a:endParaRPr lang="en-US" dirty="0"/>
          </a:p>
        </p:txBody>
      </p:sp>
      <p:sp>
        <p:nvSpPr>
          <p:cNvPr id="5" name="Date Placeholder 4">
            <a:extLst>
              <a:ext uri="{FF2B5EF4-FFF2-40B4-BE49-F238E27FC236}">
                <a16:creationId xmlns:a16="http://schemas.microsoft.com/office/drawing/2014/main" id="{FB8ACC0E-954E-D09D-5796-336CDFE59B7E}"/>
              </a:ext>
            </a:extLst>
          </p:cNvPr>
          <p:cNvSpPr>
            <a:spLocks noGrp="1"/>
          </p:cNvSpPr>
          <p:nvPr>
            <p:ph type="dt" sz="half" idx="15"/>
          </p:nvPr>
        </p:nvSpPr>
        <p:spPr/>
        <p:txBody>
          <a:bodyPr/>
          <a:lstStyle/>
          <a:p>
            <a:endParaRPr lang="en-US" dirty="0"/>
          </a:p>
        </p:txBody>
      </p:sp>
      <p:sp>
        <p:nvSpPr>
          <p:cNvPr id="9" name="Slide Number Placeholder 8">
            <a:extLst>
              <a:ext uri="{FF2B5EF4-FFF2-40B4-BE49-F238E27FC236}">
                <a16:creationId xmlns:a16="http://schemas.microsoft.com/office/drawing/2014/main" id="{2AB00B6B-DAF9-BF70-8202-C26BBB5E7434}"/>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09214567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426CE28-2F47-41A4-DF25-8AEC2F9F9580}"/>
              </a:ext>
            </a:extLst>
          </p:cNvPr>
          <p:cNvSpPr>
            <a:spLocks noGrp="1"/>
          </p:cNvSpPr>
          <p:nvPr>
            <p:ph type="title"/>
          </p:nvPr>
        </p:nvSpPr>
        <p:spPr>
          <a:xfrm>
            <a:off x="678872" y="5027214"/>
            <a:ext cx="7620000" cy="1135842"/>
          </a:xfrm>
        </p:spPr>
        <p:txBody>
          <a:bodyPr anchor="t">
            <a:normAutofit/>
          </a:bodyPr>
          <a:lstStyle>
            <a:lvl1pPr>
              <a:defRPr sz="2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57B16B5-93A5-3ACF-80AB-6B1967DD6DE4}"/>
              </a:ext>
            </a:extLst>
          </p:cNvPr>
          <p:cNvSpPr>
            <a:spLocks noGrp="1"/>
          </p:cNvSpPr>
          <p:nvPr>
            <p:ph sz="quarter" idx="14" hasCustomPrompt="1"/>
          </p:nvPr>
        </p:nvSpPr>
        <p:spPr>
          <a:xfrm>
            <a:off x="678872" y="2743201"/>
            <a:ext cx="5638800" cy="2284013"/>
          </a:xfrm>
        </p:spPr>
        <p:txBody>
          <a:bodyPr anchor="b"/>
          <a:lstStyle>
            <a:lvl1pPr marL="0" indent="0">
              <a:buNone/>
              <a:defRPr sz="13800"/>
            </a:lvl1pPr>
          </a:lstStyle>
          <a:p>
            <a:pPr lvl="0"/>
            <a:r>
              <a:rPr lang="en-US" dirty="0"/>
              <a:t>##%</a:t>
            </a:r>
          </a:p>
        </p:txBody>
      </p:sp>
    </p:spTree>
    <p:extLst>
      <p:ext uri="{BB962C8B-B14F-4D97-AF65-F5344CB8AC3E}">
        <p14:creationId xmlns:p14="http://schemas.microsoft.com/office/powerpoint/2010/main" val="16267011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Number Larg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5562600" y="4800600"/>
            <a:ext cx="5943600" cy="1388534"/>
          </a:xfrm>
        </p:spPr>
        <p:txBody>
          <a:bodyPr vert="horz" lIns="91440" tIns="45720" rIns="91440" bIns="45720" rtlCol="0" anchor="t">
            <a:normAutofit/>
          </a:bodyPr>
          <a:lstStyle>
            <a:lvl1pPr algn="r">
              <a:lnSpc>
                <a:spcPct val="110000"/>
              </a:lnSpc>
              <a:defRPr lang="en-US" sz="2000" dirty="0">
                <a:latin typeface="+mn-lt"/>
              </a:defRPr>
            </a:lvl1pPr>
          </a:lstStyle>
          <a:p>
            <a:pPr lvl="0">
              <a:lnSpc>
                <a:spcPct val="110000"/>
              </a:lnSpc>
            </a:pPr>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562601" y="1676400"/>
            <a:ext cx="5943600" cy="3124200"/>
          </a:xfrm>
        </p:spPr>
        <p:txBody>
          <a:bodyPr vert="horz" lIns="91440" tIns="45720" rIns="91440" bIns="45720" rtlCol="0" anchor="b">
            <a:normAutofit/>
          </a:bodyPr>
          <a:lstStyle>
            <a:lvl1pPr marL="0" indent="0" algn="r">
              <a:lnSpc>
                <a:spcPct val="90000"/>
              </a:lnSpc>
              <a:buNone/>
              <a:defRPr lang="en-US" sz="13800" b="0" dirty="0">
                <a:latin typeface="+mj-lt"/>
              </a:defRPr>
            </a:lvl1pPr>
          </a:lstStyle>
          <a:p>
            <a:pPr marL="0" lvl="0" indent="0">
              <a:lnSpc>
                <a:spcPct val="90000"/>
              </a:lnSpc>
              <a:buNone/>
            </a:pPr>
            <a:r>
              <a:rPr lang="en-US" dirty="0"/>
              <a:t>##%</a:t>
            </a:r>
          </a:p>
        </p:txBody>
      </p:sp>
    </p:spTree>
    <p:extLst>
      <p:ext uri="{BB962C8B-B14F-4D97-AF65-F5344CB8AC3E}">
        <p14:creationId xmlns:p14="http://schemas.microsoft.com/office/powerpoint/2010/main" val="314291748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860804" y="4191001"/>
            <a:ext cx="8470392" cy="1762537"/>
          </a:xfrm>
        </p:spPr>
        <p:txBody>
          <a:bodyPr anchor="t">
            <a:normAutofit/>
          </a:bodyPr>
          <a:lstStyle>
            <a:lvl1pPr algn="ctr">
              <a:lnSpc>
                <a:spcPct val="110000"/>
              </a:lnSpc>
              <a:defRPr lang="en-US" sz="2000" b="0" kern="1200" cap="all" spc="600" baseline="0">
                <a:solidFill>
                  <a:schemeClr val="tx1"/>
                </a:solidFill>
                <a:latin typeface="+mn-lt"/>
                <a:ea typeface="+mj-ea"/>
                <a:cs typeface="+mj-cs"/>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860804" y="694935"/>
            <a:ext cx="8470392" cy="3496065"/>
          </a:xfrm>
        </p:spPr>
        <p:txBody>
          <a:bodyPr anchor="b">
            <a:normAutofit/>
          </a:bodyPr>
          <a:lstStyle>
            <a:lvl1pPr marL="0" indent="0" algn="ctr">
              <a:lnSpc>
                <a:spcPct val="90000"/>
              </a:lnSpc>
              <a:buNone/>
              <a:defRPr sz="13800" b="0">
                <a:solidFill>
                  <a:schemeClr val="tx1"/>
                </a:solidFill>
                <a:latin typeface="+mj-lt"/>
              </a:defRPr>
            </a:lvl1pPr>
          </a:lstStyle>
          <a:p>
            <a:pPr lvl="0"/>
            <a:r>
              <a:rPr lang="en-US" dirty="0"/>
              <a:t>##%</a:t>
            </a:r>
          </a:p>
        </p:txBody>
      </p:sp>
    </p:spTree>
    <p:extLst>
      <p:ext uri="{BB962C8B-B14F-4D97-AF65-F5344CB8AC3E}">
        <p14:creationId xmlns:p14="http://schemas.microsoft.com/office/powerpoint/2010/main" val="33003862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39147" y="1830774"/>
            <a:ext cx="9113707" cy="3196443"/>
          </a:xfrm>
        </p:spPr>
        <p:txBody>
          <a:bodyPr vert="horz" lIns="91440" tIns="45720" rIns="91440" bIns="45720" rtlCol="0" anchor="ctr">
            <a:normAutofit/>
          </a:bodyPr>
          <a:lstStyle>
            <a:lvl1pPr marL="0" indent="0" algn="ctr">
              <a:lnSpc>
                <a:spcPct val="90000"/>
              </a:lnSpc>
              <a:buNone/>
              <a:defRPr lang="en-US" sz="4000" b="0" cap="all" spc="600" baseline="0" dirty="0">
                <a:ea typeface="+mj-ea"/>
                <a:cs typeface="+mj-cs"/>
              </a:defRPr>
            </a:lvl1pPr>
            <a:lvl2pPr marL="228600" indent="0" algn="ctr">
              <a:lnSpc>
                <a:spcPct val="90000"/>
              </a:lnSpc>
              <a:buNone/>
              <a:defRPr lang="en-US" sz="2000" dirty="0"/>
            </a:lvl2pPr>
            <a:lvl3pPr marL="457200" indent="0" algn="ctr">
              <a:lnSpc>
                <a:spcPct val="90000"/>
              </a:lnSpc>
              <a:buNone/>
              <a:defRPr lang="en-US" sz="2000" dirty="0"/>
            </a:lvl3pPr>
            <a:lvl4pPr marL="685800" indent="0" algn="ctr">
              <a:lnSpc>
                <a:spcPct val="90000"/>
              </a:lnSpc>
              <a:buNone/>
              <a:defRPr lang="en-US" sz="2000" dirty="0"/>
            </a:lvl4pPr>
            <a:lvl5pPr marL="914400" indent="0" algn="ctr">
              <a:lnSpc>
                <a:spcPct val="90000"/>
              </a:lnSpc>
              <a:buNone/>
              <a:defRPr lang="en-US" sz="2000" dirty="0"/>
            </a:lvl5pPr>
          </a:lstStyle>
          <a:p>
            <a:pPr lvl="0">
              <a:spcBef>
                <a:spcPct val="0"/>
              </a:spcBef>
              <a:buNone/>
            </a:pPr>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3687360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78871" y="1325691"/>
            <a:ext cx="7169728" cy="4837366"/>
          </a:xfrm>
        </p:spPr>
        <p:txBody>
          <a:bodyPr anchor="b">
            <a:normAutofit/>
          </a:bodyPr>
          <a:lstStyle>
            <a:lvl1pPr marL="0" indent="0">
              <a:lnSpc>
                <a:spcPct val="90000"/>
              </a:lnSpc>
              <a:buNone/>
              <a:defRPr lang="en-US" sz="4000" b="0" kern="1200" cap="all" spc="600" baseline="0" dirty="0">
                <a:solidFill>
                  <a:schemeClr val="tx1"/>
                </a:solidFill>
                <a:latin typeface="+mj-lt"/>
                <a:ea typeface="+mj-ea"/>
                <a:cs typeface="+mj-cs"/>
              </a:defRPr>
            </a:lvl1pPr>
            <a:lvl2pPr marL="228600" indent="0">
              <a:lnSpc>
                <a:spcPct val="90000"/>
              </a:lnSpc>
              <a:buNone/>
              <a:defRPr lang="en-US" sz="4000" b="0" kern="1200" cap="all" spc="600" baseline="0" dirty="0">
                <a:solidFill>
                  <a:schemeClr val="tx1"/>
                </a:solidFill>
                <a:latin typeface="+mj-lt"/>
                <a:ea typeface="+mj-ea"/>
                <a:cs typeface="+mj-cs"/>
              </a:defRPr>
            </a:lvl2pPr>
            <a:lvl3pPr marL="457200" indent="0">
              <a:lnSpc>
                <a:spcPct val="90000"/>
              </a:lnSpc>
              <a:buNone/>
              <a:defRPr lang="en-US" sz="4000" b="0" kern="1200" cap="all" spc="600" baseline="0" dirty="0">
                <a:solidFill>
                  <a:schemeClr val="tx1"/>
                </a:solidFill>
                <a:latin typeface="+mj-lt"/>
                <a:ea typeface="+mj-ea"/>
                <a:cs typeface="+mj-cs"/>
              </a:defRPr>
            </a:lvl3pPr>
            <a:lvl4pPr marL="685800" indent="0">
              <a:lnSpc>
                <a:spcPct val="90000"/>
              </a:lnSpc>
              <a:buNone/>
              <a:defRPr lang="en-US" sz="4000" b="0" kern="1200" cap="all" spc="600" baseline="0" dirty="0">
                <a:solidFill>
                  <a:schemeClr val="tx1"/>
                </a:solidFill>
                <a:latin typeface="+mj-lt"/>
                <a:ea typeface="+mj-ea"/>
                <a:cs typeface="+mj-cs"/>
              </a:defRPr>
            </a:lvl4pPr>
            <a:lvl5pPr marL="914400" indent="0">
              <a:lnSpc>
                <a:spcPct val="90000"/>
              </a:lnSpc>
              <a:buNone/>
              <a:defRPr lang="en-US" sz="4000" b="0" kern="1200" cap="all" spc="600" baseline="0" dirty="0">
                <a:solidFill>
                  <a:schemeClr val="tx1"/>
                </a:solidFill>
                <a:latin typeface="+mj-lt"/>
                <a:ea typeface="+mj-ea"/>
                <a:cs typeface="+mj-cs"/>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790131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6" name="Content Placeholder 6">
            <a:extLst>
              <a:ext uri="{FF2B5EF4-FFF2-40B4-BE49-F238E27FC236}">
                <a16:creationId xmlns:a16="http://schemas.microsoft.com/office/drawing/2014/main" id="{2A9D377F-07AE-65AF-821F-A5C0F12804B3}"/>
              </a:ext>
            </a:extLst>
          </p:cNvPr>
          <p:cNvSpPr>
            <a:spLocks noGrp="1"/>
          </p:cNvSpPr>
          <p:nvPr>
            <p:ph sz="quarter" idx="13" hasCustomPrompt="1"/>
          </p:nvPr>
        </p:nvSpPr>
        <p:spPr>
          <a:xfrm>
            <a:off x="678871" y="720332"/>
            <a:ext cx="6702552" cy="4306886"/>
          </a:xfrm>
        </p:spPr>
        <p:txBody>
          <a:bodyPr anchor="t">
            <a:normAutofit/>
          </a:bodyPr>
          <a:lstStyle>
            <a:lvl1pPr marL="0" indent="0">
              <a:lnSpc>
                <a:spcPct val="90000"/>
              </a:lnSpc>
              <a:buNone/>
              <a:defRPr lang="en-US" sz="4000" b="0" kern="1200" cap="all" spc="600" baseline="0" dirty="0">
                <a:solidFill>
                  <a:schemeClr val="tx1"/>
                </a:solidFill>
                <a:latin typeface="+mj-lt"/>
                <a:ea typeface="+mj-ea"/>
                <a:cs typeface="+mj-cs"/>
              </a:defRPr>
            </a:lvl1pPr>
            <a:lvl2pPr marL="228600" indent="0">
              <a:lnSpc>
                <a:spcPct val="90000"/>
              </a:lnSpc>
              <a:buNone/>
              <a:defRPr lang="en-US" sz="4000" b="0" kern="1200" cap="all" spc="600" baseline="0" dirty="0">
                <a:solidFill>
                  <a:schemeClr val="tx1"/>
                </a:solidFill>
                <a:latin typeface="+mj-lt"/>
                <a:ea typeface="+mj-ea"/>
                <a:cs typeface="+mj-cs"/>
              </a:defRPr>
            </a:lvl2pPr>
            <a:lvl3pPr marL="457200" indent="0">
              <a:lnSpc>
                <a:spcPct val="90000"/>
              </a:lnSpc>
              <a:buNone/>
              <a:defRPr lang="en-US" sz="4000" b="0" kern="1200" cap="all" spc="600" baseline="0" dirty="0">
                <a:solidFill>
                  <a:schemeClr val="tx1"/>
                </a:solidFill>
                <a:latin typeface="+mj-lt"/>
                <a:ea typeface="+mj-ea"/>
                <a:cs typeface="+mj-cs"/>
              </a:defRPr>
            </a:lvl3pPr>
            <a:lvl4pPr marL="685800" indent="0">
              <a:lnSpc>
                <a:spcPct val="90000"/>
              </a:lnSpc>
              <a:buNone/>
              <a:defRPr lang="en-US" sz="4000" b="0" kern="1200" cap="all" spc="600" baseline="0" dirty="0">
                <a:solidFill>
                  <a:schemeClr val="tx1"/>
                </a:solidFill>
                <a:latin typeface="+mj-lt"/>
                <a:ea typeface="+mj-ea"/>
                <a:cs typeface="+mj-cs"/>
              </a:defRPr>
            </a:lvl4pPr>
            <a:lvl5pPr marL="914400" indent="0">
              <a:lnSpc>
                <a:spcPct val="90000"/>
              </a:lnSpc>
              <a:buNone/>
              <a:defRPr lang="en-US" sz="4000" b="0" kern="1200" cap="all" spc="600" baseline="0" dirty="0">
                <a:solidFill>
                  <a:schemeClr val="tx1"/>
                </a:solidFill>
                <a:latin typeface="+mj-lt"/>
                <a:ea typeface="+mj-ea"/>
                <a:cs typeface="+mj-cs"/>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3416882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5105400" y="5440680"/>
            <a:ext cx="6400800" cy="640080"/>
          </a:xfrm>
        </p:spPr>
        <p:txBody>
          <a:bodyPr anchor="ctr">
            <a:normAutofit/>
          </a:bodyPr>
          <a:lstStyle>
            <a:lvl1pPr algn="r">
              <a:lnSpc>
                <a:spcPct val="120000"/>
              </a:lnSpc>
              <a:defRPr sz="1600" spc="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105400" y="1600200"/>
            <a:ext cx="6400800" cy="3332480"/>
          </a:xfrm>
        </p:spPr>
        <p:txBody>
          <a:bodyPr anchor="b">
            <a:normAutofit/>
          </a:bodyPr>
          <a:lstStyle>
            <a:lvl1pPr marL="164592" indent="-164592" algn="r">
              <a:lnSpc>
                <a:spcPct val="100000"/>
              </a:lnSpc>
              <a:spcBef>
                <a:spcPts val="0"/>
              </a:spcBef>
              <a:buNone/>
              <a:defRPr sz="4800">
                <a:latin typeface="+mj-lt"/>
              </a:defRPr>
            </a:lvl1pPr>
          </a:lstStyle>
          <a:p>
            <a:pPr lvl="0"/>
            <a:r>
              <a:rPr lang="en-US" dirty="0"/>
              <a:t>Click to add Quote</a:t>
            </a:r>
          </a:p>
        </p:txBody>
      </p:sp>
    </p:spTree>
    <p:extLst>
      <p:ext uri="{BB962C8B-B14F-4D97-AF65-F5344CB8AC3E}">
        <p14:creationId xmlns:p14="http://schemas.microsoft.com/office/powerpoint/2010/main" val="291048639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3A93739-F149-35A6-ADA9-A0193DD6D4F2}"/>
              </a:ext>
            </a:extLst>
          </p:cNvPr>
          <p:cNvSpPr>
            <a:spLocks noGrp="1"/>
          </p:cNvSpPr>
          <p:nvPr>
            <p:ph type="title" hasCustomPrompt="1"/>
          </p:nvPr>
        </p:nvSpPr>
        <p:spPr>
          <a:xfrm>
            <a:off x="678872" y="5440354"/>
            <a:ext cx="5102352" cy="669472"/>
          </a:xfrm>
        </p:spPr>
        <p:txBody>
          <a:bodyPr anchor="ctr"/>
          <a:lstStyle>
            <a:lvl1pPr>
              <a:lnSpc>
                <a:spcPct val="120000"/>
              </a:lnSpc>
              <a:defRPr sz="1600" spc="0" baseline="0"/>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78872" y="914400"/>
            <a:ext cx="5102352" cy="4206240"/>
          </a:xfrm>
        </p:spPr>
        <p:txBody>
          <a:bodyPr anchor="b">
            <a:normAutofit/>
          </a:bodyPr>
          <a:lstStyle>
            <a:lvl1pPr marL="0" indent="0">
              <a:lnSpc>
                <a:spcPct val="100000"/>
              </a:lnSpc>
              <a:spcBef>
                <a:spcPts val="0"/>
              </a:spcBef>
              <a:buNone/>
              <a:defRPr sz="4800">
                <a:latin typeface="+mj-lt"/>
              </a:defRPr>
            </a:lvl1pPr>
          </a:lstStyle>
          <a:p>
            <a:pPr lvl="0"/>
            <a:r>
              <a:rPr lang="en-US" dirty="0"/>
              <a:t>Click to add Quote</a:t>
            </a:r>
          </a:p>
        </p:txBody>
      </p:sp>
    </p:spTree>
    <p:extLst>
      <p:ext uri="{BB962C8B-B14F-4D97-AF65-F5344CB8AC3E}">
        <p14:creationId xmlns:p14="http://schemas.microsoft.com/office/powerpoint/2010/main" val="2548248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943EF64-B72A-842D-443E-85E51FB9C0C7}"/>
              </a:ext>
            </a:extLst>
          </p:cNvPr>
          <p:cNvSpPr>
            <a:spLocks noGrp="1"/>
          </p:cNvSpPr>
          <p:nvPr>
            <p:ph type="title" hasCustomPrompt="1"/>
          </p:nvPr>
        </p:nvSpPr>
        <p:spPr>
          <a:xfrm>
            <a:off x="2895600" y="4602480"/>
            <a:ext cx="6400800" cy="640080"/>
          </a:xfrm>
        </p:spPr>
        <p:txBody>
          <a:bodyPr anchor="ctr">
            <a:normAutofit/>
          </a:bodyPr>
          <a:lstStyle>
            <a:lvl1pPr algn="ctr">
              <a:lnSpc>
                <a:spcPct val="120000"/>
              </a:lnSpc>
              <a:defRPr sz="1600" spc="0">
                <a:solidFill>
                  <a:schemeClr val="tx1"/>
                </a:solidFill>
                <a:latin typeface="+mn-lt"/>
              </a:defRPr>
            </a:lvl1pPr>
          </a:lstStyle>
          <a:p>
            <a:r>
              <a:rPr lang="en-US" dirty="0"/>
              <a:t>Quote Author</a:t>
            </a:r>
          </a:p>
        </p:txBody>
      </p:sp>
      <p:sp>
        <p:nvSpPr>
          <p:cNvPr id="4" name="Content Placeholder 6">
            <a:extLst>
              <a:ext uri="{FF2B5EF4-FFF2-40B4-BE49-F238E27FC236}">
                <a16:creationId xmlns:a16="http://schemas.microsoft.com/office/drawing/2014/main" id="{0648D1EC-4439-0A29-775B-BBF446B5FEC6}"/>
              </a:ext>
            </a:extLst>
          </p:cNvPr>
          <p:cNvSpPr>
            <a:spLocks noGrp="1"/>
          </p:cNvSpPr>
          <p:nvPr>
            <p:ph sz="quarter" idx="13" hasCustomPrompt="1"/>
          </p:nvPr>
        </p:nvSpPr>
        <p:spPr>
          <a:xfrm>
            <a:off x="1466850" y="1143000"/>
            <a:ext cx="9258300" cy="2951480"/>
          </a:xfrm>
        </p:spPr>
        <p:txBody>
          <a:bodyPr anchor="b">
            <a:normAutofit/>
          </a:bodyPr>
          <a:lstStyle>
            <a:lvl1pPr marL="164592" indent="-164592" algn="ctr">
              <a:lnSpc>
                <a:spcPct val="100000"/>
              </a:lnSpc>
              <a:spcBef>
                <a:spcPts val="0"/>
              </a:spcBef>
              <a:buNone/>
              <a:defRPr sz="4800">
                <a:latin typeface="+mj-lt"/>
              </a:defRPr>
            </a:lvl1pPr>
          </a:lstStyle>
          <a:p>
            <a:pPr lvl="0"/>
            <a:r>
              <a:rPr lang="en-US" dirty="0"/>
              <a:t>Click to add Quote</a:t>
            </a:r>
          </a:p>
        </p:txBody>
      </p:sp>
    </p:spTree>
    <p:extLst>
      <p:ext uri="{BB962C8B-B14F-4D97-AF65-F5344CB8AC3E}">
        <p14:creationId xmlns:p14="http://schemas.microsoft.com/office/powerpoint/2010/main" val="19709600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948E0A-DAAD-770F-21DF-99504CDB6948}"/>
              </a:ext>
            </a:extLst>
          </p:cNvPr>
          <p:cNvSpPr>
            <a:spLocks noGrp="1"/>
          </p:cNvSpPr>
          <p:nvPr>
            <p:ph type="title"/>
          </p:nvPr>
        </p:nvSpPr>
        <p:spPr>
          <a:xfrm>
            <a:off x="678871" y="694932"/>
            <a:ext cx="10827330" cy="985966"/>
          </a:xfrm>
        </p:spPr>
        <p:txBody>
          <a:bodyPr anchor="t"/>
          <a:lstStyle/>
          <a:p>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86122" y="2057399"/>
            <a:ext cx="5140007" cy="4119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365872" y="2057399"/>
            <a:ext cx="5140328" cy="4119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CFEA833E-541C-85C6-BF1E-EC605C8F4B39}"/>
              </a:ext>
            </a:extLst>
          </p:cNvPr>
          <p:cNvSpPr>
            <a:spLocks noGrp="1"/>
          </p:cNvSpPr>
          <p:nvPr>
            <p:ph type="ftr" sz="quarter" idx="18"/>
          </p:nvPr>
        </p:nvSpPr>
        <p:spPr/>
        <p:txBody>
          <a:bodyPr/>
          <a:lstStyle/>
          <a:p>
            <a:endParaRPr lang="en-US" dirty="0"/>
          </a:p>
        </p:txBody>
      </p:sp>
      <p:sp>
        <p:nvSpPr>
          <p:cNvPr id="2" name="Date Placeholder 1">
            <a:extLst>
              <a:ext uri="{FF2B5EF4-FFF2-40B4-BE49-F238E27FC236}">
                <a16:creationId xmlns:a16="http://schemas.microsoft.com/office/drawing/2014/main" id="{F14C70C3-D6A0-EE88-649F-33534359824B}"/>
              </a:ext>
            </a:extLst>
          </p:cNvPr>
          <p:cNvSpPr>
            <a:spLocks noGrp="1"/>
          </p:cNvSpPr>
          <p:nvPr>
            <p:ph type="dt" sz="half" idx="17"/>
          </p:nvPr>
        </p:nvSpPr>
        <p:spPr/>
        <p:txBody>
          <a:bodyPr/>
          <a:lstStyle/>
          <a:p>
            <a:endParaRPr lang="en-US" dirty="0"/>
          </a:p>
        </p:txBody>
      </p:sp>
      <p:sp>
        <p:nvSpPr>
          <p:cNvPr id="6" name="Slide Number Placeholder 5">
            <a:extLst>
              <a:ext uri="{FF2B5EF4-FFF2-40B4-BE49-F238E27FC236}">
                <a16:creationId xmlns:a16="http://schemas.microsoft.com/office/drawing/2014/main" id="{05795649-E940-A4B1-5901-B56C3AF3CD31}"/>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8812419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1B7E0276-8109-589D-7633-DD4218D7AD4D}"/>
              </a:ext>
            </a:extLst>
          </p:cNvPr>
          <p:cNvSpPr>
            <a:spLocks noGrp="1"/>
          </p:cNvSpPr>
          <p:nvPr>
            <p:ph type="title"/>
          </p:nvPr>
        </p:nvSpPr>
        <p:spPr>
          <a:xfrm>
            <a:off x="678870" y="694932"/>
            <a:ext cx="10827329" cy="985966"/>
          </a:xfrm>
        </p:spPr>
        <p:txBody>
          <a:bodyPr anchor="t"/>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78870" y="1954766"/>
            <a:ext cx="514741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65774" y="1954766"/>
            <a:ext cx="5141914"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a:extLst>
              <a:ext uri="{FF2B5EF4-FFF2-40B4-BE49-F238E27FC236}">
                <a16:creationId xmlns:a16="http://schemas.microsoft.com/office/drawing/2014/main" id="{068456CB-E141-4FD9-87C3-ECEBF8A7D9A1}"/>
              </a:ext>
            </a:extLst>
          </p:cNvPr>
          <p:cNvSpPr>
            <a:spLocks noGrp="1"/>
          </p:cNvSpPr>
          <p:nvPr>
            <p:ph sz="quarter" idx="15"/>
          </p:nvPr>
        </p:nvSpPr>
        <p:spPr>
          <a:xfrm>
            <a:off x="680459" y="2788468"/>
            <a:ext cx="5145670" cy="3388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8C7E4C7-BE12-E106-3871-9FD922E346B3}"/>
              </a:ext>
            </a:extLst>
          </p:cNvPr>
          <p:cNvSpPr>
            <a:spLocks noGrp="1"/>
          </p:cNvSpPr>
          <p:nvPr>
            <p:ph sz="quarter" idx="16"/>
          </p:nvPr>
        </p:nvSpPr>
        <p:spPr>
          <a:xfrm>
            <a:off x="6365871" y="2788468"/>
            <a:ext cx="5140177" cy="3388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4F60D6F2-E303-8711-DD86-38797649A730}"/>
              </a:ext>
            </a:extLst>
          </p:cNvPr>
          <p:cNvSpPr>
            <a:spLocks noGrp="1"/>
          </p:cNvSpPr>
          <p:nvPr>
            <p:ph type="ftr" sz="quarter" idx="18"/>
          </p:nvPr>
        </p:nvSpPr>
        <p:spPr/>
        <p:txBody>
          <a:bodyPr/>
          <a:lstStyle/>
          <a:p>
            <a:endParaRPr lang="en-US" dirty="0"/>
          </a:p>
        </p:txBody>
      </p:sp>
      <p:sp>
        <p:nvSpPr>
          <p:cNvPr id="2" name="Date Placeholder 1">
            <a:extLst>
              <a:ext uri="{FF2B5EF4-FFF2-40B4-BE49-F238E27FC236}">
                <a16:creationId xmlns:a16="http://schemas.microsoft.com/office/drawing/2014/main" id="{7C3E9AFB-293B-FDFA-726C-92E53E70E9AF}"/>
              </a:ext>
            </a:extLst>
          </p:cNvPr>
          <p:cNvSpPr>
            <a:spLocks noGrp="1"/>
          </p:cNvSpPr>
          <p:nvPr>
            <p:ph type="dt" sz="half" idx="17"/>
          </p:nvPr>
        </p:nvSpPr>
        <p:spPr/>
        <p:txBody>
          <a:bodyPr/>
          <a:lstStyle/>
          <a:p>
            <a:endParaRPr lang="en-US" dirty="0"/>
          </a:p>
        </p:txBody>
      </p:sp>
      <p:sp>
        <p:nvSpPr>
          <p:cNvPr id="6" name="Slide Number Placeholder 5">
            <a:extLst>
              <a:ext uri="{FF2B5EF4-FFF2-40B4-BE49-F238E27FC236}">
                <a16:creationId xmlns:a16="http://schemas.microsoft.com/office/drawing/2014/main" id="{365AF8AA-F8D4-60EA-F11A-6775234BA521}"/>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09829656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5A025B8-8BA0-89AA-4360-51FBAF2B224B}"/>
              </a:ext>
            </a:extLst>
          </p:cNvPr>
          <p:cNvSpPr>
            <a:spLocks noGrp="1"/>
          </p:cNvSpPr>
          <p:nvPr>
            <p:ph type="title"/>
          </p:nvPr>
        </p:nvSpPr>
        <p:spPr>
          <a:xfrm>
            <a:off x="678872" y="694932"/>
            <a:ext cx="10827328" cy="985966"/>
          </a:xfrm>
        </p:spPr>
        <p:txBody>
          <a:bodyPr anchor="t"/>
          <a:lstStyle/>
          <a:p>
            <a:r>
              <a:rPr lang="en-US"/>
              <a:t>Click to edit Master title style</a:t>
            </a:r>
          </a:p>
        </p:txBody>
      </p:sp>
      <p:sp>
        <p:nvSpPr>
          <p:cNvPr id="3" name="Footer Placeholder 2">
            <a:extLst>
              <a:ext uri="{FF2B5EF4-FFF2-40B4-BE49-F238E27FC236}">
                <a16:creationId xmlns:a16="http://schemas.microsoft.com/office/drawing/2014/main" id="{BAC59BD1-7576-196A-D571-FD57E7190429}"/>
              </a:ext>
            </a:extLst>
          </p:cNvPr>
          <p:cNvSpPr>
            <a:spLocks noGrp="1"/>
          </p:cNvSpPr>
          <p:nvPr>
            <p:ph type="ftr" sz="quarter" idx="11"/>
          </p:nvPr>
        </p:nvSpPr>
        <p:spPr/>
        <p:txBody>
          <a:bodyPr/>
          <a:lstStyle/>
          <a:p>
            <a:endParaRPr lang="en-US" dirty="0"/>
          </a:p>
        </p:txBody>
      </p:sp>
      <p:sp>
        <p:nvSpPr>
          <p:cNvPr id="2" name="Date Placeholder 1">
            <a:extLst>
              <a:ext uri="{FF2B5EF4-FFF2-40B4-BE49-F238E27FC236}">
                <a16:creationId xmlns:a16="http://schemas.microsoft.com/office/drawing/2014/main" id="{D684E8B1-4F38-9B1B-6424-6BC2452D4DE6}"/>
              </a:ext>
            </a:extLst>
          </p:cNvPr>
          <p:cNvSpPr>
            <a:spLocks noGrp="1"/>
          </p:cNvSpPr>
          <p:nvPr>
            <p:ph type="dt" sz="half" idx="10"/>
          </p:nvPr>
        </p:nvSpPr>
        <p:spPr/>
        <p:txBody>
          <a:bodyPr/>
          <a:lstStyle/>
          <a:p>
            <a:endParaRPr lang="en-US" dirty="0"/>
          </a:p>
        </p:txBody>
      </p:sp>
      <p:sp>
        <p:nvSpPr>
          <p:cNvPr id="4" name="Slide Number Placeholder 3">
            <a:extLst>
              <a:ext uri="{FF2B5EF4-FFF2-40B4-BE49-F238E27FC236}">
                <a16:creationId xmlns:a16="http://schemas.microsoft.com/office/drawing/2014/main" id="{2004E196-21CE-CE9F-7563-03912CCB4D69}"/>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7538392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5B9ECF3-58F8-D0BC-147E-E4CFB4923C49}"/>
              </a:ext>
            </a:extLst>
          </p:cNvPr>
          <p:cNvSpPr>
            <a:spLocks noGrp="1"/>
          </p:cNvSpPr>
          <p:nvPr>
            <p:ph type="ftr" sz="quarter" idx="11"/>
          </p:nvPr>
        </p:nvSpPr>
        <p:spPr/>
        <p:txBody>
          <a:bodyPr/>
          <a:lstStyle/>
          <a:p>
            <a:endParaRPr lang="en-US" dirty="0"/>
          </a:p>
        </p:txBody>
      </p:sp>
      <p:sp>
        <p:nvSpPr>
          <p:cNvPr id="2" name="Date Placeholder 1">
            <a:extLst>
              <a:ext uri="{FF2B5EF4-FFF2-40B4-BE49-F238E27FC236}">
                <a16:creationId xmlns:a16="http://schemas.microsoft.com/office/drawing/2014/main" id="{5C939631-83CC-B848-B327-B33DAF5AF158}"/>
              </a:ext>
            </a:extLst>
          </p:cNvPr>
          <p:cNvSpPr>
            <a:spLocks noGrp="1"/>
          </p:cNvSpPr>
          <p:nvPr>
            <p:ph type="dt" sz="half" idx="10"/>
          </p:nvPr>
        </p:nvSpPr>
        <p:spPr/>
        <p:txBody>
          <a:bodyPr/>
          <a:lstStyle/>
          <a:p>
            <a:endParaRPr lang="en-US" dirty="0"/>
          </a:p>
        </p:txBody>
      </p:sp>
      <p:sp>
        <p:nvSpPr>
          <p:cNvPr id="4" name="Slide Number Placeholder 3">
            <a:extLst>
              <a:ext uri="{FF2B5EF4-FFF2-40B4-BE49-F238E27FC236}">
                <a16:creationId xmlns:a16="http://schemas.microsoft.com/office/drawing/2014/main" id="{68070C40-BA47-C8B9-46F3-E3616FAC2C2C}"/>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7097886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85802" y="685800"/>
            <a:ext cx="3962398" cy="1616185"/>
          </a:xfrm>
        </p:spPr>
        <p:txBody>
          <a:bodyPr anchor="t">
            <a:normAutofit/>
          </a:bodyPr>
          <a:lstStyle>
            <a:lvl1pPr>
              <a:defRPr sz="24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85801" y="2590800"/>
            <a:ext cx="3962399" cy="3572257"/>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685800"/>
            <a:ext cx="6371491" cy="546812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20653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78871" y="685800"/>
            <a:ext cx="4242643" cy="1624931"/>
          </a:xfrm>
        </p:spPr>
        <p:txBody>
          <a:bodyPr anchor="t">
            <a:normAutofit/>
          </a:bodyPr>
          <a:lstStyle>
            <a:lvl1pPr>
              <a:defRPr sz="28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80679" y="2826137"/>
            <a:ext cx="4230787" cy="3336920"/>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340483" y="698756"/>
            <a:ext cx="6165717" cy="5442639"/>
          </a:xfrm>
          <a:blipFill>
            <a:blip r:embed="rId2">
              <a:alphaModFix amt="60000"/>
              <a:extLst>
                <a:ext uri="{28A0092B-C50C-407E-A947-70E740481C1C}">
                  <a14:useLocalDpi xmlns:a14="http://schemas.microsoft.com/office/drawing/2010/main" val="0"/>
                </a:ext>
              </a:extLst>
            </a:blip>
            <a:srcRect/>
            <a:stretch>
              <a:fillRect l="-28837" r="-28837"/>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Tree>
    <p:extLst>
      <p:ext uri="{BB962C8B-B14F-4D97-AF65-F5344CB8AC3E}">
        <p14:creationId xmlns:p14="http://schemas.microsoft.com/office/powerpoint/2010/main" val="13277480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78871" y="685800"/>
            <a:ext cx="5417129" cy="1819664"/>
          </a:xfrm>
        </p:spPr>
        <p:txBody>
          <a:bodyPr anchor="t">
            <a:noAutofit/>
          </a:bodyPr>
          <a:lstStyle>
            <a:lvl1pPr>
              <a:defRPr sz="28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78871" y="3276599"/>
            <a:ext cx="10827329" cy="2886457"/>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B6179F71-BB04-AC80-5A43-4718DF5050BB}"/>
              </a:ext>
            </a:extLst>
          </p:cNvPr>
          <p:cNvSpPr>
            <a:spLocks noGrp="1"/>
          </p:cNvSpPr>
          <p:nvPr>
            <p:ph type="ftr" sz="quarter" idx="15"/>
          </p:nvPr>
        </p:nvSpPr>
        <p:spPr/>
        <p:txBody>
          <a:bodyPr/>
          <a:lstStyle/>
          <a:p>
            <a:endParaRPr lang="en-US" dirty="0"/>
          </a:p>
        </p:txBody>
      </p:sp>
      <p:sp>
        <p:nvSpPr>
          <p:cNvPr id="3" name="Date Placeholder 2">
            <a:extLst>
              <a:ext uri="{FF2B5EF4-FFF2-40B4-BE49-F238E27FC236}">
                <a16:creationId xmlns:a16="http://schemas.microsoft.com/office/drawing/2014/main" id="{B2C1D9A8-162F-30DE-21D0-F531C2AC38B5}"/>
              </a:ext>
            </a:extLst>
          </p:cNvPr>
          <p:cNvSpPr>
            <a:spLocks noGrp="1"/>
          </p:cNvSpPr>
          <p:nvPr>
            <p:ph type="dt" sz="half" idx="14"/>
          </p:nvPr>
        </p:nvSpPr>
        <p:spPr/>
        <p:txBody>
          <a:bodyPr/>
          <a:lstStyle/>
          <a:p>
            <a:endParaRPr lang="en-US" dirty="0"/>
          </a:p>
        </p:txBody>
      </p:sp>
      <p:sp>
        <p:nvSpPr>
          <p:cNvPr id="5" name="Slide Number Placeholder 4">
            <a:extLst>
              <a:ext uri="{FF2B5EF4-FFF2-40B4-BE49-F238E27FC236}">
                <a16:creationId xmlns:a16="http://schemas.microsoft.com/office/drawing/2014/main" id="{91903FBD-DD44-33D2-4C38-3C6BF9FB5E01}"/>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985934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78871" y="706305"/>
            <a:ext cx="6370507" cy="1842020"/>
          </a:xfrm>
        </p:spPr>
        <p:txBody>
          <a:bodyPr anchor="b">
            <a:noAutofit/>
          </a:bodyPr>
          <a:lstStyle>
            <a:lvl1pPr>
              <a:defRPr sz="28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78871" y="2701660"/>
            <a:ext cx="6370507" cy="2325557"/>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3">
            <a:extLst>
              <a:ext uri="{FF2B5EF4-FFF2-40B4-BE49-F238E27FC236}">
                <a16:creationId xmlns:a16="http://schemas.microsoft.com/office/drawing/2014/main" id="{09DDBCCE-CCAB-448A-1E13-595ADE9E2A88}"/>
              </a:ext>
            </a:extLst>
          </p:cNvPr>
          <p:cNvSpPr>
            <a:spLocks noGrp="1"/>
          </p:cNvSpPr>
          <p:nvPr>
            <p:ph type="dt" sz="half" idx="2"/>
          </p:nvPr>
        </p:nvSpPr>
        <p:spPr>
          <a:xfrm>
            <a:off x="6181252" y="6343955"/>
            <a:ext cx="2202644" cy="365125"/>
          </a:xfrm>
          <a:prstGeom prst="rect">
            <a:avLst/>
          </a:prstGeom>
        </p:spPr>
        <p:txBody>
          <a:bodyPr vert="horz" lIns="91440" tIns="45720" rIns="91440" bIns="45720" rtlCol="0" anchor="ctr"/>
          <a:lstStyle>
            <a:lvl1pPr algn="ctr">
              <a:defRPr sz="900">
                <a:solidFill>
                  <a:schemeClr val="tx1"/>
                </a:solidFill>
              </a:defRPr>
            </a:lvl1pPr>
          </a:lstStyle>
          <a:p>
            <a:pPr algn="ctr"/>
            <a:endParaRPr lang="en-US"/>
          </a:p>
        </p:txBody>
      </p:sp>
      <p:sp>
        <p:nvSpPr>
          <p:cNvPr id="11" name="Slide Number Placeholder 5">
            <a:extLst>
              <a:ext uri="{FF2B5EF4-FFF2-40B4-BE49-F238E27FC236}">
                <a16:creationId xmlns:a16="http://schemas.microsoft.com/office/drawing/2014/main" id="{02C093BF-07F3-517D-599F-4A80C3D441E7}"/>
              </a:ext>
            </a:extLst>
          </p:cNvPr>
          <p:cNvSpPr>
            <a:spLocks noGrp="1"/>
          </p:cNvSpPr>
          <p:nvPr>
            <p:ph type="sldNum" sz="quarter" idx="4"/>
          </p:nvPr>
        </p:nvSpPr>
        <p:spPr>
          <a:xfrm>
            <a:off x="11147097" y="6343955"/>
            <a:ext cx="357412" cy="365125"/>
          </a:xfrm>
          <a:prstGeom prst="rect">
            <a:avLst/>
          </a:prstGeom>
        </p:spPr>
        <p:txBody>
          <a:bodyPr vert="horz" lIns="91440" tIns="45720" rIns="91440" bIns="45720" rtlCol="0" anchor="ctr"/>
          <a:lstStyle>
            <a:lvl1pPr algn="r">
              <a:defRPr sz="900">
                <a:solidFill>
                  <a:schemeClr val="tx1"/>
                </a:solidFill>
              </a:defRPr>
            </a:lvl1pPr>
          </a:lstStyle>
          <a:p>
            <a:fld id="{AEAA3239-9EA4-4A65-A281-97F994456D9F}" type="slidenum">
              <a:rPr lang="en-US" smtClean="0"/>
              <a:pPr/>
              <a:t>‹#›</a:t>
            </a:fld>
            <a:endParaRPr lang="en-US" sz="900"/>
          </a:p>
        </p:txBody>
      </p:sp>
    </p:spTree>
    <p:extLst>
      <p:ext uri="{BB962C8B-B14F-4D97-AF65-F5344CB8AC3E}">
        <p14:creationId xmlns:p14="http://schemas.microsoft.com/office/powerpoint/2010/main" val="29592063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78871" y="694938"/>
            <a:ext cx="10825637" cy="79208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78872" y="1676400"/>
            <a:ext cx="10825636" cy="44866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Rectangle 10" hidden="1">
            <a:extLst>
              <a:ext uri="{FF2B5EF4-FFF2-40B4-BE49-F238E27FC236}">
                <a16:creationId xmlns:a16="http://schemas.microsoft.com/office/drawing/2014/main" id="{D7982C74-1A7B-1EF6-C767-EC1102B8BC05}"/>
              </a:ext>
            </a:extLst>
          </p:cNvPr>
          <p:cNvSpPr/>
          <p:nvPr/>
        </p:nvSpPr>
        <p:spPr>
          <a:xfrm>
            <a:off x="11504507" y="0"/>
            <a:ext cx="687493"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hidden="1">
            <a:extLst>
              <a:ext uri="{FF2B5EF4-FFF2-40B4-BE49-F238E27FC236}">
                <a16:creationId xmlns:a16="http://schemas.microsoft.com/office/drawing/2014/main" id="{1C58F15E-3B29-FA0D-33D1-930904DB63AC}"/>
              </a:ext>
            </a:extLst>
          </p:cNvPr>
          <p:cNvSpPr/>
          <p:nvPr userDrawn="1"/>
        </p:nvSpPr>
        <p:spPr>
          <a:xfrm>
            <a:off x="11504507" y="0"/>
            <a:ext cx="687493"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ate Placeholder 3">
            <a:extLst>
              <a:ext uri="{FF2B5EF4-FFF2-40B4-BE49-F238E27FC236}">
                <a16:creationId xmlns:a16="http://schemas.microsoft.com/office/drawing/2014/main" id="{CACE51C6-D285-36B9-E05D-34304BF86607}"/>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rtl="0">
              <a:defRPr sz="900">
                <a:solidFill>
                  <a:schemeClr val="tx1"/>
                </a:solidFill>
              </a:defRPr>
            </a:lvl1pPr>
          </a:lstStyle>
          <a:p>
            <a:endParaRPr lang="en-US" dirty="0"/>
          </a:p>
        </p:txBody>
      </p:sp>
      <p:sp>
        <p:nvSpPr>
          <p:cNvPr id="12" name="Footer Placeholder 4">
            <a:extLst>
              <a:ext uri="{FF2B5EF4-FFF2-40B4-BE49-F238E27FC236}">
                <a16:creationId xmlns:a16="http://schemas.microsoft.com/office/drawing/2014/main" id="{53C65791-CE33-6F98-64A9-9C6803567DBD}"/>
              </a:ext>
            </a:extLst>
          </p:cNvPr>
          <p:cNvSpPr>
            <a:spLocks noGrp="1"/>
          </p:cNvSpPr>
          <p:nvPr>
            <p:ph type="ftr" sz="quarter" idx="3"/>
          </p:nvPr>
        </p:nvSpPr>
        <p:spPr>
          <a:xfrm>
            <a:off x="678871" y="6343955"/>
            <a:ext cx="2739181" cy="365125"/>
          </a:xfrm>
          <a:prstGeom prst="rect">
            <a:avLst/>
          </a:prstGeom>
        </p:spPr>
        <p:txBody>
          <a:bodyPr vert="horz" lIns="91440" tIns="45720" rIns="91440" bIns="45720" rtlCol="0" anchor="ctr"/>
          <a:lstStyle>
            <a:lvl1pPr algn="l" rtl="0">
              <a:defRPr sz="900">
                <a:solidFill>
                  <a:schemeClr val="tx1"/>
                </a:solidFill>
              </a:defRPr>
            </a:lvl1pPr>
          </a:lstStyle>
          <a:p>
            <a:endParaRPr lang="en-US" dirty="0"/>
          </a:p>
        </p:txBody>
      </p:sp>
      <p:sp>
        <p:nvSpPr>
          <p:cNvPr id="13" name="Slide Number Placeholder 5">
            <a:extLst>
              <a:ext uri="{FF2B5EF4-FFF2-40B4-BE49-F238E27FC236}">
                <a16:creationId xmlns:a16="http://schemas.microsoft.com/office/drawing/2014/main" id="{9C4E2BDE-BF41-53AE-AAF9-E1E0BE6AB889}"/>
              </a:ext>
            </a:extLst>
          </p:cNvPr>
          <p:cNvSpPr>
            <a:spLocks noGrp="1"/>
          </p:cNvSpPr>
          <p:nvPr>
            <p:ph type="sldNum" sz="quarter" idx="4"/>
          </p:nvPr>
        </p:nvSpPr>
        <p:spPr>
          <a:xfrm>
            <a:off x="11147097" y="6343955"/>
            <a:ext cx="357412" cy="365125"/>
          </a:xfrm>
          <a:prstGeom prst="rect">
            <a:avLst/>
          </a:prstGeom>
        </p:spPr>
        <p:txBody>
          <a:bodyPr vert="horz" lIns="91440" tIns="45720" rIns="91440" bIns="45720" rtlCol="0" anchor="ctr"/>
          <a:lstStyle>
            <a:lvl1pPr algn="r" rtl="0">
              <a:defRPr sz="900">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309491445"/>
      </p:ext>
    </p:extLst>
  </p:cSld>
  <p:clrMap bg1="dk1" tx1="lt1" bg2="dk2" tx2="lt2" accent1="accent1" accent2="accent2" accent3="accent3" accent4="accent4" accent5="accent5" accent6="accent6" hlink="hlink" folHlink="folHlink"/>
  <p:sldLayoutIdLst>
    <p:sldLayoutId id="2147484012" r:id="rId1"/>
    <p:sldLayoutId id="2147484013" r:id="rId2"/>
    <p:sldLayoutId id="2147484014" r:id="rId3"/>
    <p:sldLayoutId id="2147484015" r:id="rId4"/>
    <p:sldLayoutId id="2147484016" r:id="rId5"/>
    <p:sldLayoutId id="2147484017" r:id="rId6"/>
    <p:sldLayoutId id="2147484018" r:id="rId7"/>
    <p:sldLayoutId id="2147484019" r:id="rId8"/>
    <p:sldLayoutId id="2147484020" r:id="rId9"/>
    <p:sldLayoutId id="2147484021" r:id="rId10"/>
    <p:sldLayoutId id="2147484022" r:id="rId11"/>
    <p:sldLayoutId id="2147484023" r:id="rId12"/>
    <p:sldLayoutId id="2147484024" r:id="rId13"/>
    <p:sldLayoutId id="2147484025" r:id="rId14"/>
    <p:sldLayoutId id="2147484026" r:id="rId15"/>
    <p:sldLayoutId id="2147484027" r:id="rId16"/>
    <p:sldLayoutId id="2147484028" r:id="rId17"/>
    <p:sldLayoutId id="2147484029" r:id="rId18"/>
    <p:sldLayoutId id="2147484030" r:id="rId19"/>
    <p:sldLayoutId id="2147484031" r:id="rId20"/>
    <p:sldLayoutId id="2147484032" r:id="rId21"/>
    <p:sldLayoutId id="2147484033" r:id="rId22"/>
    <p:sldLayoutId id="2147484034" r:id="rId23"/>
    <p:sldLayoutId id="2147484035" r:id="rId24"/>
    <p:sldLayoutId id="2147484036" r:id="rId25"/>
    <p:sldLayoutId id="2147484037" r:id="rId26"/>
    <p:sldLayoutId id="2147484038" r:id="rId27"/>
    <p:sldLayoutId id="2147484039" r:id="rId28"/>
    <p:sldLayoutId id="2147484040" r:id="rId29"/>
    <p:sldLayoutId id="2147484041" r:id="rId30"/>
    <p:sldLayoutId id="2147484042" r:id="rId31"/>
    <p:sldLayoutId id="2147484043" r:id="rId32"/>
    <p:sldLayoutId id="2147484044" r:id="rId33"/>
    <p:sldLayoutId id="2147484045" r:id="rId34"/>
    <p:sldLayoutId id="2147484046" r:id="rId35"/>
    <p:sldLayoutId id="2147484047" r:id="rId36"/>
    <p:sldLayoutId id="2147484048" r:id="rId37"/>
    <p:sldLayoutId id="2147484049" r:id="rId38"/>
    <p:sldLayoutId id="2147484050" r:id="rId39"/>
    <p:sldLayoutId id="2147484051" r:id="rId40"/>
    <p:sldLayoutId id="2147484052" r:id="rId41"/>
    <p:sldLayoutId id="2147484053" r:id="rId42"/>
    <p:sldLayoutId id="2147484054" r:id="rId43"/>
    <p:sldLayoutId id="2147484055" r:id="rId44"/>
    <p:sldLayoutId id="2147484056" r:id="rId45"/>
    <p:sldLayoutId id="2147484057" r:id="rId46"/>
    <p:sldLayoutId id="2147484058" r:id="rId47"/>
    <p:sldLayoutId id="2147484059" r:id="rId48"/>
    <p:sldLayoutId id="2147484060" r:id="rId49"/>
    <p:sldLayoutId id="2147484061" r:id="rId50"/>
    <p:sldLayoutId id="2147484062" r:id="rId51"/>
    <p:sldLayoutId id="2147484063" r:id="rId52"/>
  </p:sldLayoutIdLst>
  <p:hf sldNum="0" hdr="0" ftr="0" dt="0"/>
  <p:txStyles>
    <p:titleStyle>
      <a:lvl1pPr algn="l" defTabSz="914400" rtl="0" eaLnBrk="1" latinLnBrk="0" hangingPunct="1">
        <a:lnSpc>
          <a:spcPct val="100000"/>
        </a:lnSpc>
        <a:spcBef>
          <a:spcPct val="0"/>
        </a:spcBef>
        <a:buNone/>
        <a:defRPr sz="2800" b="0" kern="1200" cap="all" spc="60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spcAft>
          <a:spcPts val="600"/>
        </a:spcAft>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00000"/>
        </a:lnSpc>
        <a:spcBef>
          <a:spcPts val="500"/>
        </a:spcBef>
        <a:spcAft>
          <a:spcPts val="600"/>
        </a:spcAft>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00000"/>
        </a:lnSpc>
        <a:spcBef>
          <a:spcPts val="500"/>
        </a:spcBef>
        <a:spcAft>
          <a:spcPts val="600"/>
        </a:spcAft>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00000"/>
        </a:lnSpc>
        <a:spcBef>
          <a:spcPts val="500"/>
        </a:spcBef>
        <a:spcAft>
          <a:spcPts val="600"/>
        </a:spcAft>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00000"/>
        </a:lnSpc>
        <a:spcBef>
          <a:spcPts val="50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7" orient="horz" pos="2160" userDrawn="1">
          <p15:clr>
            <a:srgbClr val="F26B43"/>
          </p15:clr>
        </p15:guide>
        <p15:guide id="28" pos="3840" userDrawn="1">
          <p15:clr>
            <a:srgbClr val="F26B43"/>
          </p15:clr>
        </p15:guide>
        <p15:guide id="29" pos="7296" userDrawn="1">
          <p15:clr>
            <a:srgbClr val="F26B43"/>
          </p15:clr>
        </p15:guide>
        <p15:guide id="30" pos="38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hyperlink" Target="https://www.wired.com/2017/05/accidental-kill-switch-slowed-fridays-massive-ransomware-attack/" TargetMode="External"/><Relationship Id="rId7" Type="http://schemas.openxmlformats.org/officeDocument/2006/relationships/hyperlink" Target="https://legislature.vermont.gov/statutes/fullchapter/13/087" TargetMode="External"/><Relationship Id="rId2" Type="http://schemas.openxmlformats.org/officeDocument/2006/relationships/hyperlink" Target="https://www.wired.com/story/confessions-marcus-hutchins-hacker-who-saved-the-internet/" TargetMode="External"/><Relationship Id="rId1" Type="http://schemas.openxmlformats.org/officeDocument/2006/relationships/slideLayout" Target="../slideLayouts/slideLayout2.xml"/><Relationship Id="rId6" Type="http://schemas.openxmlformats.org/officeDocument/2006/relationships/hyperlink" Target="https://www.youtube.com/watch?v=HqqEdAbfEh8" TargetMode="External"/><Relationship Id="rId5" Type="http://schemas.openxmlformats.org/officeDocument/2006/relationships/hyperlink" Target="https://www.youtube.com/watch?v=IpwPu_MvIUM" TargetMode="External"/><Relationship Id="rId4" Type="http://schemas.openxmlformats.org/officeDocument/2006/relationships/hyperlink" Target="https://www.youtube.com/watch?v=PWh4UaODjg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872FD-7E92-C3C8-5956-A6C41548252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01FB9CD-CBF7-C634-8B2F-5E2490FDF9F0}"/>
              </a:ext>
            </a:extLst>
          </p:cNvPr>
          <p:cNvSpPr>
            <a:spLocks noGrp="1"/>
          </p:cNvSpPr>
          <p:nvPr>
            <p:ph type="ctrTitle"/>
          </p:nvPr>
        </p:nvSpPr>
        <p:spPr>
          <a:xfrm>
            <a:off x="6248400" y="2819400"/>
            <a:ext cx="5029200" cy="1295400"/>
          </a:xfrm>
        </p:spPr>
        <p:txBody>
          <a:bodyPr>
            <a:normAutofit fontScale="90000"/>
          </a:bodyPr>
          <a:lstStyle/>
          <a:p>
            <a:r>
              <a:rPr lang="en-US" dirty="0"/>
              <a:t>Marcus Hutchins: reverse engineered</a:t>
            </a:r>
          </a:p>
        </p:txBody>
      </p:sp>
      <p:sp>
        <p:nvSpPr>
          <p:cNvPr id="4" name="Subtitle 3">
            <a:extLst>
              <a:ext uri="{FF2B5EF4-FFF2-40B4-BE49-F238E27FC236}">
                <a16:creationId xmlns:a16="http://schemas.microsoft.com/office/drawing/2014/main" id="{D8319D33-1EDC-2FD6-1393-613ECEB01295}"/>
              </a:ext>
            </a:extLst>
          </p:cNvPr>
          <p:cNvSpPr>
            <a:spLocks noGrp="1"/>
          </p:cNvSpPr>
          <p:nvPr>
            <p:ph type="subTitle" idx="1"/>
          </p:nvPr>
        </p:nvSpPr>
        <p:spPr>
          <a:xfrm>
            <a:off x="6248400" y="4270248"/>
            <a:ext cx="5029200" cy="685800"/>
          </a:xfrm>
        </p:spPr>
        <p:txBody>
          <a:bodyPr>
            <a:normAutofit/>
          </a:bodyPr>
          <a:lstStyle/>
          <a:p>
            <a:r>
              <a:rPr lang="en-US" dirty="0"/>
              <a:t>By Layla Swift</a:t>
            </a:r>
          </a:p>
        </p:txBody>
      </p:sp>
    </p:spTree>
    <p:extLst>
      <p:ext uri="{BB962C8B-B14F-4D97-AF65-F5344CB8AC3E}">
        <p14:creationId xmlns:p14="http://schemas.microsoft.com/office/powerpoint/2010/main" val="2329614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97C37-4DC9-7B80-6246-C4FC425437D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70D750A-F2CE-0107-3E46-0B877407CA1A}"/>
              </a:ext>
            </a:extLst>
          </p:cNvPr>
          <p:cNvSpPr>
            <a:spLocks noGrp="1"/>
          </p:cNvSpPr>
          <p:nvPr>
            <p:ph type="ctrTitle"/>
          </p:nvPr>
        </p:nvSpPr>
        <p:spPr/>
        <p:txBody>
          <a:bodyPr/>
          <a:lstStyle/>
          <a:p>
            <a:r>
              <a:rPr lang="en-US" dirty="0"/>
              <a:t>Childhood lost</a:t>
            </a:r>
          </a:p>
        </p:txBody>
      </p:sp>
    </p:spTree>
    <p:extLst>
      <p:ext uri="{BB962C8B-B14F-4D97-AF65-F5344CB8AC3E}">
        <p14:creationId xmlns:p14="http://schemas.microsoft.com/office/powerpoint/2010/main" val="13967684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23EA1-63E7-18F9-AB64-FF24E25F0043}"/>
              </a:ext>
            </a:extLst>
          </p:cNvPr>
          <p:cNvSpPr>
            <a:spLocks noGrp="1"/>
          </p:cNvSpPr>
          <p:nvPr>
            <p:ph type="title"/>
          </p:nvPr>
        </p:nvSpPr>
        <p:spPr>
          <a:xfrm>
            <a:off x="678870" y="720332"/>
            <a:ext cx="7686195" cy="1032267"/>
          </a:xfrm>
        </p:spPr>
        <p:txBody>
          <a:bodyPr>
            <a:normAutofit/>
          </a:bodyPr>
          <a:lstStyle/>
          <a:p>
            <a:r>
              <a:rPr lang="en-US" dirty="0"/>
              <a:t>It all started with good intentions…</a:t>
            </a:r>
          </a:p>
        </p:txBody>
      </p:sp>
      <p:sp>
        <p:nvSpPr>
          <p:cNvPr id="3" name="Content Placeholder 2">
            <a:extLst>
              <a:ext uri="{FF2B5EF4-FFF2-40B4-BE49-F238E27FC236}">
                <a16:creationId xmlns:a16="http://schemas.microsoft.com/office/drawing/2014/main" id="{3D99B759-4E3C-B15D-201F-3CB6F9E45B00}"/>
              </a:ext>
            </a:extLst>
          </p:cNvPr>
          <p:cNvSpPr>
            <a:spLocks noGrp="1"/>
          </p:cNvSpPr>
          <p:nvPr>
            <p:ph sz="quarter" idx="13"/>
          </p:nvPr>
        </p:nvSpPr>
        <p:spPr>
          <a:xfrm>
            <a:off x="822617" y="2074333"/>
            <a:ext cx="7542449" cy="3945467"/>
          </a:xfrm>
        </p:spPr>
        <p:txBody>
          <a:bodyPr>
            <a:normAutofit fontScale="92500" lnSpcReduction="20000"/>
          </a:bodyPr>
          <a:lstStyle/>
          <a:p>
            <a:r>
              <a:rPr lang="en-US" sz="2000" dirty="0"/>
              <a:t>Marcus found something he loved and fell in with a group of friends who shared that interest. </a:t>
            </a:r>
          </a:p>
          <a:p>
            <a:r>
              <a:rPr lang="en-US" sz="2000" dirty="0"/>
              <a:t>Some of those friends led Marcus down a darker path, but his skills kept improving and he liked the positive attention.</a:t>
            </a:r>
          </a:p>
          <a:p>
            <a:r>
              <a:rPr lang="en-US" sz="2000" dirty="0"/>
              <a:t>At the age of 16, Marcus was recruited and groomed to do illegal and dangerous work. He was too young to fully understand the ramifications of his actions. </a:t>
            </a:r>
          </a:p>
          <a:p>
            <a:r>
              <a:rPr lang="en-US" sz="2000" dirty="0"/>
              <a:t>He helped create the UPAS Kit 2.0 and the banking rootkit Kronos.</a:t>
            </a:r>
          </a:p>
          <a:p>
            <a:r>
              <a:rPr lang="en-US" sz="2000" dirty="0"/>
              <a:t>By the time he could fully comprehend the impact of his actions, he was in too deep. He fell into a pattern of addiction and mental health struggles.</a:t>
            </a:r>
          </a:p>
          <a:p>
            <a:pPr marL="571500" indent="-342900">
              <a:buFont typeface="Arial" panose="020B0604020202020204" pitchFamily="34" charset="0"/>
              <a:buChar char="•"/>
            </a:pPr>
            <a:endParaRPr lang="en-US" sz="2000" dirty="0"/>
          </a:p>
          <a:p>
            <a:endParaRPr lang="en-US" sz="2000" dirty="0"/>
          </a:p>
        </p:txBody>
      </p:sp>
    </p:spTree>
    <p:extLst>
      <p:ext uri="{BB962C8B-B14F-4D97-AF65-F5344CB8AC3E}">
        <p14:creationId xmlns:p14="http://schemas.microsoft.com/office/powerpoint/2010/main" val="382211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7F8E979-D265-6EF9-AFE6-4A918E5A46CC}"/>
              </a:ext>
            </a:extLst>
          </p:cNvPr>
          <p:cNvSpPr>
            <a:spLocks noGrp="1"/>
          </p:cNvSpPr>
          <p:nvPr>
            <p:ph type="ctrTitle"/>
          </p:nvPr>
        </p:nvSpPr>
        <p:spPr/>
        <p:txBody>
          <a:bodyPr/>
          <a:lstStyle/>
          <a:p>
            <a:r>
              <a:rPr lang="en-US" dirty="0"/>
              <a:t>Victim turns hero</a:t>
            </a:r>
          </a:p>
        </p:txBody>
      </p:sp>
    </p:spTree>
    <p:extLst>
      <p:ext uri="{BB962C8B-B14F-4D97-AF65-F5344CB8AC3E}">
        <p14:creationId xmlns:p14="http://schemas.microsoft.com/office/powerpoint/2010/main" val="838257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C1391-2241-9A25-EFE9-A61F5987E087}"/>
              </a:ext>
            </a:extLst>
          </p:cNvPr>
          <p:cNvSpPr>
            <a:spLocks noGrp="1"/>
          </p:cNvSpPr>
          <p:nvPr>
            <p:ph type="title"/>
          </p:nvPr>
        </p:nvSpPr>
        <p:spPr>
          <a:xfrm>
            <a:off x="685800" y="1385287"/>
            <a:ext cx="4973865" cy="1061580"/>
          </a:xfrm>
        </p:spPr>
        <p:txBody>
          <a:bodyPr/>
          <a:lstStyle/>
          <a:p>
            <a:r>
              <a:rPr lang="en-US" dirty="0"/>
              <a:t>A life reverse engineered</a:t>
            </a:r>
          </a:p>
        </p:txBody>
      </p:sp>
      <p:sp>
        <p:nvSpPr>
          <p:cNvPr id="3" name="Content Placeholder 2">
            <a:extLst>
              <a:ext uri="{FF2B5EF4-FFF2-40B4-BE49-F238E27FC236}">
                <a16:creationId xmlns:a16="http://schemas.microsoft.com/office/drawing/2014/main" id="{FDC639BA-C575-4757-00F2-FB82A0452EC7}"/>
              </a:ext>
            </a:extLst>
          </p:cNvPr>
          <p:cNvSpPr>
            <a:spLocks noGrp="1"/>
          </p:cNvSpPr>
          <p:nvPr>
            <p:ph sz="quarter" idx="13"/>
          </p:nvPr>
        </p:nvSpPr>
        <p:spPr>
          <a:xfrm>
            <a:off x="4741333" y="1385287"/>
            <a:ext cx="6764867" cy="3491513"/>
          </a:xfrm>
        </p:spPr>
        <p:txBody>
          <a:bodyPr>
            <a:normAutofit/>
          </a:bodyPr>
          <a:lstStyle/>
          <a:p>
            <a:r>
              <a:rPr lang="en-US" sz="2000" dirty="0"/>
              <a:t>Marcus stopped communicating with anyone and his ‘business associates’ finally left him alone. </a:t>
            </a:r>
          </a:p>
          <a:p>
            <a:r>
              <a:rPr lang="en-US" sz="2000" dirty="0"/>
              <a:t>Marcus was able to kick his addictions and find mental equilibrium.</a:t>
            </a:r>
          </a:p>
          <a:p>
            <a:r>
              <a:rPr lang="en-US" sz="2000" dirty="0"/>
              <a:t>His new-found self-awareness finally connected him with his capacity to help. His familiarity with malware gave him a distinct advantage at reverse engineering the coding and he started working with a cybersecurity firm and helped track and stop botnets. </a:t>
            </a:r>
          </a:p>
        </p:txBody>
      </p:sp>
    </p:spTree>
    <p:extLst>
      <p:ext uri="{BB962C8B-B14F-4D97-AF65-F5344CB8AC3E}">
        <p14:creationId xmlns:p14="http://schemas.microsoft.com/office/powerpoint/2010/main" val="1483322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20385-D67D-4907-B892-DAAEEC03E519}"/>
              </a:ext>
            </a:extLst>
          </p:cNvPr>
          <p:cNvSpPr>
            <a:spLocks noGrp="1"/>
          </p:cNvSpPr>
          <p:nvPr>
            <p:ph type="ctrTitle"/>
          </p:nvPr>
        </p:nvSpPr>
        <p:spPr>
          <a:xfrm>
            <a:off x="678870" y="1142999"/>
            <a:ext cx="5417130" cy="3188635"/>
          </a:xfrm>
        </p:spPr>
        <p:txBody>
          <a:bodyPr>
            <a:normAutofit fontScale="90000"/>
          </a:bodyPr>
          <a:lstStyle/>
          <a:p>
            <a:r>
              <a:rPr lang="en-US" sz="2000" dirty="0">
                <a:latin typeface="+mn-lt"/>
              </a:rPr>
              <a:t>Marcus was arrested for his part in creating Upas kit 2.0 and Kronos. He was ultimately given time served and released. His release was a result of a judge understanding that Marcus had made some poor choices when he was younger but had changed substantially</a:t>
            </a:r>
            <a:r>
              <a:rPr lang="en-US" sz="2000" dirty="0"/>
              <a:t>. </a:t>
            </a:r>
          </a:p>
        </p:txBody>
      </p:sp>
      <p:sp>
        <p:nvSpPr>
          <p:cNvPr id="3" name="Subtitle 2">
            <a:extLst>
              <a:ext uri="{FF2B5EF4-FFF2-40B4-BE49-F238E27FC236}">
                <a16:creationId xmlns:a16="http://schemas.microsoft.com/office/drawing/2014/main" id="{3A859C2D-B11E-7017-3852-E0743C5C128B}"/>
              </a:ext>
            </a:extLst>
          </p:cNvPr>
          <p:cNvSpPr>
            <a:spLocks noGrp="1"/>
          </p:cNvSpPr>
          <p:nvPr>
            <p:ph type="subTitle" idx="1"/>
          </p:nvPr>
        </p:nvSpPr>
        <p:spPr/>
        <p:txBody>
          <a:bodyPr/>
          <a:lstStyle/>
          <a:p>
            <a:r>
              <a:rPr lang="en-US" dirty="0"/>
              <a:t>But what would have happened if he had been arrested or charged in Vermont?...</a:t>
            </a:r>
          </a:p>
        </p:txBody>
      </p:sp>
    </p:spTree>
    <p:extLst>
      <p:ext uri="{BB962C8B-B14F-4D97-AF65-F5344CB8AC3E}">
        <p14:creationId xmlns:p14="http://schemas.microsoft.com/office/powerpoint/2010/main" val="5312567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3CB7-78CB-CC85-52A1-CDD20ABD36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4EA60-2181-B7E1-0F5C-ACDB2447A1BA}"/>
              </a:ext>
            </a:extLst>
          </p:cNvPr>
          <p:cNvSpPr>
            <a:spLocks noGrp="1"/>
          </p:cNvSpPr>
          <p:nvPr>
            <p:ph type="title"/>
          </p:nvPr>
        </p:nvSpPr>
        <p:spPr/>
        <p:txBody>
          <a:bodyPr anchor="ctr"/>
          <a:lstStyle/>
          <a:p>
            <a:pPr algn="ctr"/>
            <a:r>
              <a:rPr lang="en-US" dirty="0"/>
              <a:t>When </a:t>
            </a:r>
            <a:r>
              <a:rPr lang="en-US" dirty="0" err="1"/>
              <a:t>marcus</a:t>
            </a:r>
            <a:r>
              <a:rPr lang="en-US" dirty="0"/>
              <a:t> created the upas kit 2.0</a:t>
            </a:r>
          </a:p>
        </p:txBody>
      </p:sp>
      <p:sp>
        <p:nvSpPr>
          <p:cNvPr id="4" name="Text Placeholder 3">
            <a:extLst>
              <a:ext uri="{FF2B5EF4-FFF2-40B4-BE49-F238E27FC236}">
                <a16:creationId xmlns:a16="http://schemas.microsoft.com/office/drawing/2014/main" id="{6251D48A-1AED-13B2-515D-06CC8A6725F7}"/>
              </a:ext>
            </a:extLst>
          </p:cNvPr>
          <p:cNvSpPr>
            <a:spLocks noGrp="1"/>
          </p:cNvSpPr>
          <p:nvPr>
            <p:ph type="body" idx="1"/>
          </p:nvPr>
        </p:nvSpPr>
        <p:spPr>
          <a:xfrm>
            <a:off x="365791" y="1699215"/>
            <a:ext cx="5147410" cy="559834"/>
          </a:xfrm>
        </p:spPr>
        <p:txBody>
          <a:bodyPr/>
          <a:lstStyle/>
          <a:p>
            <a:pPr algn="ctr"/>
            <a:r>
              <a:rPr lang="en-US" sz="2400" dirty="0"/>
              <a:t>Vermont statutes</a:t>
            </a:r>
            <a:r>
              <a:rPr lang="en-US" dirty="0"/>
              <a:t>	</a:t>
            </a:r>
          </a:p>
        </p:txBody>
      </p:sp>
      <p:sp>
        <p:nvSpPr>
          <p:cNvPr id="5" name="Text Placeholder 4">
            <a:extLst>
              <a:ext uri="{FF2B5EF4-FFF2-40B4-BE49-F238E27FC236}">
                <a16:creationId xmlns:a16="http://schemas.microsoft.com/office/drawing/2014/main" id="{876F90B3-BC4A-C0DA-7C4C-B0D5B3EA35AD}"/>
              </a:ext>
            </a:extLst>
          </p:cNvPr>
          <p:cNvSpPr>
            <a:spLocks noGrp="1"/>
          </p:cNvSpPr>
          <p:nvPr>
            <p:ph type="body" sz="quarter" idx="3"/>
          </p:nvPr>
        </p:nvSpPr>
        <p:spPr>
          <a:xfrm>
            <a:off x="5743308" y="1699215"/>
            <a:ext cx="5141914" cy="559834"/>
          </a:xfrm>
        </p:spPr>
        <p:txBody>
          <a:bodyPr>
            <a:normAutofit/>
          </a:bodyPr>
          <a:lstStyle/>
          <a:p>
            <a:pPr algn="ctr"/>
            <a:r>
              <a:rPr lang="en-US" sz="2400" dirty="0"/>
              <a:t>Did he break them?</a:t>
            </a:r>
          </a:p>
        </p:txBody>
      </p:sp>
      <p:sp>
        <p:nvSpPr>
          <p:cNvPr id="3" name="Content Placeholder 2">
            <a:extLst>
              <a:ext uri="{FF2B5EF4-FFF2-40B4-BE49-F238E27FC236}">
                <a16:creationId xmlns:a16="http://schemas.microsoft.com/office/drawing/2014/main" id="{C49677B9-70B3-2958-9BD0-70F7843D1D4F}"/>
              </a:ext>
            </a:extLst>
          </p:cNvPr>
          <p:cNvSpPr>
            <a:spLocks noGrp="1"/>
          </p:cNvSpPr>
          <p:nvPr>
            <p:ph sz="quarter" idx="15"/>
          </p:nvPr>
        </p:nvSpPr>
        <p:spPr>
          <a:xfrm>
            <a:off x="680459" y="2559868"/>
            <a:ext cx="4518074" cy="3388494"/>
          </a:xfrm>
        </p:spPr>
        <p:txBody>
          <a:bodyPr>
            <a:normAutofit fontScale="55000" lnSpcReduction="20000"/>
          </a:bodyPr>
          <a:lstStyle/>
          <a:p>
            <a:pPr marL="0" indent="0">
              <a:lnSpc>
                <a:spcPct val="170000"/>
              </a:lnSpc>
              <a:buNone/>
            </a:pPr>
            <a:r>
              <a:rPr lang="en-US" sz="2600" dirty="0"/>
              <a:t>4102. Unauthorized access</a:t>
            </a:r>
          </a:p>
          <a:p>
            <a:pPr marL="0" indent="0">
              <a:lnSpc>
                <a:spcPct val="170000"/>
              </a:lnSpc>
              <a:buNone/>
            </a:pPr>
            <a:r>
              <a:rPr lang="en-US" sz="2600" dirty="0"/>
              <a:t>4103. Access to a computer for fraudulent purposes</a:t>
            </a:r>
          </a:p>
          <a:p>
            <a:pPr marL="0" indent="0">
              <a:lnSpc>
                <a:spcPct val="170000"/>
              </a:lnSpc>
              <a:buNone/>
            </a:pPr>
            <a:r>
              <a:rPr lang="en-US" sz="2600" dirty="0"/>
              <a:t>4104. Alteration, damage, or interference</a:t>
            </a:r>
          </a:p>
          <a:p>
            <a:pPr marL="0" indent="0">
              <a:lnSpc>
                <a:spcPct val="170000"/>
              </a:lnSpc>
              <a:buNone/>
            </a:pPr>
            <a:r>
              <a:rPr lang="en-US" sz="2600" dirty="0"/>
              <a:t>4105. Theft or destruction</a:t>
            </a:r>
          </a:p>
          <a:p>
            <a:pPr marL="0" indent="0">
              <a:lnSpc>
                <a:spcPct val="170000"/>
              </a:lnSpc>
              <a:buNone/>
            </a:pPr>
            <a:r>
              <a:rPr lang="en-US" sz="2600" dirty="0"/>
              <a:t>4106. Civil liability</a:t>
            </a:r>
          </a:p>
          <a:p>
            <a:pPr marL="0" indent="0">
              <a:lnSpc>
                <a:spcPct val="170000"/>
              </a:lnSpc>
              <a:buNone/>
            </a:pPr>
            <a:r>
              <a:rPr lang="en-US" sz="2600" dirty="0"/>
              <a:t>4107. Venue</a:t>
            </a:r>
          </a:p>
        </p:txBody>
      </p:sp>
      <p:sp>
        <p:nvSpPr>
          <p:cNvPr id="7" name="Content Placeholder 6">
            <a:extLst>
              <a:ext uri="{FF2B5EF4-FFF2-40B4-BE49-F238E27FC236}">
                <a16:creationId xmlns:a16="http://schemas.microsoft.com/office/drawing/2014/main" id="{66A6C33F-16F8-C656-054B-FA04C9EA52CF}"/>
              </a:ext>
            </a:extLst>
          </p:cNvPr>
          <p:cNvSpPr>
            <a:spLocks noGrp="1"/>
          </p:cNvSpPr>
          <p:nvPr>
            <p:ph sz="quarter" idx="16"/>
          </p:nvPr>
        </p:nvSpPr>
        <p:spPr>
          <a:xfrm>
            <a:off x="5513201" y="2559868"/>
            <a:ext cx="6119998" cy="3617094"/>
          </a:xfrm>
        </p:spPr>
        <p:txBody>
          <a:bodyPr>
            <a:noAutofit/>
          </a:bodyPr>
          <a:lstStyle/>
          <a:p>
            <a:r>
              <a:rPr lang="en-US" dirty="0"/>
              <a:t>Yes, UPAS Kit was a rootkit which did not have authorized access.</a:t>
            </a:r>
          </a:p>
          <a:p>
            <a:r>
              <a:rPr lang="en-US" dirty="0"/>
              <a:t>Yes, the purpose of UPAS Kit 2.0 was to obtain money and information.</a:t>
            </a:r>
          </a:p>
          <a:p>
            <a:r>
              <a:rPr lang="en-US" dirty="0"/>
              <a:t>Yes, the UPAS Kit inserted text into web pages and therefore altered data.</a:t>
            </a:r>
          </a:p>
          <a:p>
            <a:r>
              <a:rPr lang="en-US" dirty="0"/>
              <a:t>Yes, UPAS was used for theft.</a:t>
            </a:r>
          </a:p>
          <a:p>
            <a:r>
              <a:rPr lang="en-US" dirty="0"/>
              <a:t>Yes, by creating UPAS, Marcus was definitely susceptible to civil liability.</a:t>
            </a:r>
          </a:p>
          <a:p>
            <a:r>
              <a:rPr lang="en-US" dirty="0"/>
              <a:t>Yes, if UPAS had been used in Vermont, Marcus would have been found guilty.</a:t>
            </a:r>
          </a:p>
        </p:txBody>
      </p:sp>
      <p:sp>
        <p:nvSpPr>
          <p:cNvPr id="45" name="TextBox 44">
            <a:extLst>
              <a:ext uri="{FF2B5EF4-FFF2-40B4-BE49-F238E27FC236}">
                <a16:creationId xmlns:a16="http://schemas.microsoft.com/office/drawing/2014/main" id="{570BE5DB-A954-B30E-C729-D2E371D22389}"/>
              </a:ext>
            </a:extLst>
          </p:cNvPr>
          <p:cNvSpPr txBox="1"/>
          <p:nvPr/>
        </p:nvSpPr>
        <p:spPr>
          <a:xfrm>
            <a:off x="9889067" y="3810000"/>
            <a:ext cx="184731" cy="369332"/>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3692338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75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750"/>
                            </p:stCondLst>
                            <p:childTnLst>
                              <p:par>
                                <p:cTn id="8" presetID="1" presetClass="entr" presetSubtype="0" fill="hold" nodeType="afterEffect">
                                  <p:stCondLst>
                                    <p:cond delay="750"/>
                                  </p:stCondLst>
                                  <p:childTnLst>
                                    <p:set>
                                      <p:cBhvr>
                                        <p:cTn id="9" dur="1" fill="hold">
                                          <p:stCondLst>
                                            <p:cond delay="0"/>
                                          </p:stCondLst>
                                        </p:cTn>
                                        <p:tgtEl>
                                          <p:spTgt spid="7">
                                            <p:txEl>
                                              <p:pRg st="0" end="0"/>
                                            </p:txEl>
                                          </p:spTgt>
                                        </p:tgtEl>
                                        <p:attrNameLst>
                                          <p:attrName>style.visibility</p:attrName>
                                        </p:attrNameLst>
                                      </p:cBhvr>
                                      <p:to>
                                        <p:strVal val="visible"/>
                                      </p:to>
                                    </p:set>
                                  </p:childTnLst>
                                </p:cTn>
                              </p:par>
                            </p:childTnLst>
                          </p:cTn>
                        </p:par>
                        <p:par>
                          <p:cTn id="10" fill="hold">
                            <p:stCondLst>
                              <p:cond delay="1500"/>
                            </p:stCondLst>
                            <p:childTnLst>
                              <p:par>
                                <p:cTn id="11" presetID="1" presetClass="entr" presetSubtype="0" fill="hold" nodeType="afterEffect">
                                  <p:stCondLst>
                                    <p:cond delay="75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par>
                          <p:cTn id="13" fill="hold">
                            <p:stCondLst>
                              <p:cond delay="2250"/>
                            </p:stCondLst>
                            <p:childTnLst>
                              <p:par>
                                <p:cTn id="14" presetID="1" presetClass="entr" presetSubtype="0" fill="hold" nodeType="afterEffect">
                                  <p:stCondLst>
                                    <p:cond delay="750"/>
                                  </p:stCondLst>
                                  <p:childTnLst>
                                    <p:set>
                                      <p:cBhvr>
                                        <p:cTn id="15" dur="1" fill="hold">
                                          <p:stCondLst>
                                            <p:cond delay="0"/>
                                          </p:stCondLst>
                                        </p:cTn>
                                        <p:tgtEl>
                                          <p:spTgt spid="7">
                                            <p:txEl>
                                              <p:pRg st="1" end="1"/>
                                            </p:txEl>
                                          </p:spTgt>
                                        </p:tgtEl>
                                        <p:attrNameLst>
                                          <p:attrName>style.visibility</p:attrName>
                                        </p:attrNameLst>
                                      </p:cBhvr>
                                      <p:to>
                                        <p:strVal val="visible"/>
                                      </p:to>
                                    </p:set>
                                  </p:childTnLst>
                                </p:cTn>
                              </p:par>
                            </p:childTnLst>
                          </p:cTn>
                        </p:par>
                        <p:par>
                          <p:cTn id="16" fill="hold">
                            <p:stCondLst>
                              <p:cond delay="3000"/>
                            </p:stCondLst>
                            <p:childTnLst>
                              <p:par>
                                <p:cTn id="17" presetID="1" presetClass="entr" presetSubtype="0" fill="hold" nodeType="afterEffect">
                                  <p:stCondLst>
                                    <p:cond delay="75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par>
                          <p:cTn id="19" fill="hold">
                            <p:stCondLst>
                              <p:cond delay="3750"/>
                            </p:stCondLst>
                            <p:childTnLst>
                              <p:par>
                                <p:cTn id="20" presetID="1" presetClass="entr" presetSubtype="0" fill="hold" nodeType="afterEffect">
                                  <p:stCondLst>
                                    <p:cond delay="75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par>
                          <p:cTn id="22" fill="hold">
                            <p:stCondLst>
                              <p:cond delay="4500"/>
                            </p:stCondLst>
                            <p:childTnLst>
                              <p:par>
                                <p:cTn id="23" presetID="1" presetClass="entr" presetSubtype="0" fill="hold" nodeType="afterEffect">
                                  <p:stCondLst>
                                    <p:cond delay="750"/>
                                  </p:stCondLst>
                                  <p:childTnLst>
                                    <p:set>
                                      <p:cBhvr>
                                        <p:cTn id="24" dur="1" fill="hold">
                                          <p:stCondLst>
                                            <p:cond delay="0"/>
                                          </p:stCondLst>
                                        </p:cTn>
                                        <p:tgtEl>
                                          <p:spTgt spid="3">
                                            <p:txEl>
                                              <p:pRg st="3" end="3"/>
                                            </p:txEl>
                                          </p:spTgt>
                                        </p:tgtEl>
                                        <p:attrNameLst>
                                          <p:attrName>style.visibility</p:attrName>
                                        </p:attrNameLst>
                                      </p:cBhvr>
                                      <p:to>
                                        <p:strVal val="visible"/>
                                      </p:to>
                                    </p:set>
                                  </p:childTnLst>
                                </p:cTn>
                              </p:par>
                            </p:childTnLst>
                          </p:cTn>
                        </p:par>
                        <p:par>
                          <p:cTn id="25" fill="hold">
                            <p:stCondLst>
                              <p:cond delay="5250"/>
                            </p:stCondLst>
                            <p:childTnLst>
                              <p:par>
                                <p:cTn id="26" presetID="1" presetClass="entr" presetSubtype="0" fill="hold" nodeType="afterEffect">
                                  <p:stCondLst>
                                    <p:cond delay="750"/>
                                  </p:stCondLst>
                                  <p:childTnLst>
                                    <p:set>
                                      <p:cBhvr>
                                        <p:cTn id="27" dur="1" fill="hold">
                                          <p:stCondLst>
                                            <p:cond delay="0"/>
                                          </p:stCondLst>
                                        </p:cTn>
                                        <p:tgtEl>
                                          <p:spTgt spid="7">
                                            <p:txEl>
                                              <p:pRg st="3" end="3"/>
                                            </p:txEl>
                                          </p:spTgt>
                                        </p:tgtEl>
                                        <p:attrNameLst>
                                          <p:attrName>style.visibility</p:attrName>
                                        </p:attrNameLst>
                                      </p:cBhvr>
                                      <p:to>
                                        <p:strVal val="visible"/>
                                      </p:to>
                                    </p:set>
                                  </p:childTnLst>
                                </p:cTn>
                              </p:par>
                            </p:childTnLst>
                          </p:cTn>
                        </p:par>
                        <p:par>
                          <p:cTn id="28" fill="hold">
                            <p:stCondLst>
                              <p:cond delay="6000"/>
                            </p:stCondLst>
                            <p:childTnLst>
                              <p:par>
                                <p:cTn id="29" presetID="1" presetClass="entr" presetSubtype="0" fill="hold" nodeType="afterEffect">
                                  <p:stCondLst>
                                    <p:cond delay="75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par>
                          <p:cTn id="31" fill="hold">
                            <p:stCondLst>
                              <p:cond delay="6750"/>
                            </p:stCondLst>
                            <p:childTnLst>
                              <p:par>
                                <p:cTn id="32" presetID="1" presetClass="entr" presetSubtype="0" fill="hold" nodeType="afterEffect">
                                  <p:stCondLst>
                                    <p:cond delay="750"/>
                                  </p:stCondLst>
                                  <p:childTnLst>
                                    <p:set>
                                      <p:cBhvr>
                                        <p:cTn id="33" dur="1" fill="hold">
                                          <p:stCondLst>
                                            <p:cond delay="0"/>
                                          </p:stCondLst>
                                        </p:cTn>
                                        <p:tgtEl>
                                          <p:spTgt spid="7">
                                            <p:txEl>
                                              <p:pRg st="4" end="4"/>
                                            </p:txEl>
                                          </p:spTgt>
                                        </p:tgtEl>
                                        <p:attrNameLst>
                                          <p:attrName>style.visibility</p:attrName>
                                        </p:attrNameLst>
                                      </p:cBhvr>
                                      <p:to>
                                        <p:strVal val="visible"/>
                                      </p:to>
                                    </p:set>
                                  </p:childTnLst>
                                </p:cTn>
                              </p:par>
                            </p:childTnLst>
                          </p:cTn>
                        </p:par>
                        <p:par>
                          <p:cTn id="34" fill="hold">
                            <p:stCondLst>
                              <p:cond delay="7500"/>
                            </p:stCondLst>
                            <p:childTnLst>
                              <p:par>
                                <p:cTn id="35" presetID="1" presetClass="entr" presetSubtype="0" fill="hold" nodeType="afterEffect">
                                  <p:stCondLst>
                                    <p:cond delay="750"/>
                                  </p:stCondLst>
                                  <p:childTnLst>
                                    <p:set>
                                      <p:cBhvr>
                                        <p:cTn id="36" dur="1" fill="hold">
                                          <p:stCondLst>
                                            <p:cond delay="0"/>
                                          </p:stCondLst>
                                        </p:cTn>
                                        <p:tgtEl>
                                          <p:spTgt spid="3">
                                            <p:txEl>
                                              <p:pRg st="5" end="5"/>
                                            </p:txEl>
                                          </p:spTgt>
                                        </p:tgtEl>
                                        <p:attrNameLst>
                                          <p:attrName>style.visibility</p:attrName>
                                        </p:attrNameLst>
                                      </p:cBhvr>
                                      <p:to>
                                        <p:strVal val="visible"/>
                                      </p:to>
                                    </p:set>
                                  </p:childTnLst>
                                </p:cTn>
                              </p:par>
                            </p:childTnLst>
                          </p:cTn>
                        </p:par>
                        <p:par>
                          <p:cTn id="37" fill="hold">
                            <p:stCondLst>
                              <p:cond delay="8250"/>
                            </p:stCondLst>
                            <p:childTnLst>
                              <p:par>
                                <p:cTn id="38" presetID="1" presetClass="entr" presetSubtype="0" fill="hold" nodeType="afterEffect">
                                  <p:stCondLst>
                                    <p:cond delay="750"/>
                                  </p:stCondLst>
                                  <p:childTnLst>
                                    <p:set>
                                      <p:cBhvr>
                                        <p:cTn id="39"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0A7C3-2A3E-BD8E-987E-C4D51DD5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D44EB4-0D49-A4C5-B6A4-E7B22DA3FE37}"/>
              </a:ext>
            </a:extLst>
          </p:cNvPr>
          <p:cNvSpPr>
            <a:spLocks noGrp="1"/>
          </p:cNvSpPr>
          <p:nvPr>
            <p:ph type="title"/>
          </p:nvPr>
        </p:nvSpPr>
        <p:spPr/>
        <p:txBody>
          <a:bodyPr anchor="ctr"/>
          <a:lstStyle/>
          <a:p>
            <a:pPr algn="ctr"/>
            <a:r>
              <a:rPr lang="en-US" dirty="0"/>
              <a:t>When Marcus stopped WannaCry</a:t>
            </a:r>
          </a:p>
        </p:txBody>
      </p:sp>
      <p:sp>
        <p:nvSpPr>
          <p:cNvPr id="4" name="Text Placeholder 3">
            <a:extLst>
              <a:ext uri="{FF2B5EF4-FFF2-40B4-BE49-F238E27FC236}">
                <a16:creationId xmlns:a16="http://schemas.microsoft.com/office/drawing/2014/main" id="{C78CF0B8-4EDA-D45A-BC5B-AADF386ADC3D}"/>
              </a:ext>
            </a:extLst>
          </p:cNvPr>
          <p:cNvSpPr>
            <a:spLocks noGrp="1"/>
          </p:cNvSpPr>
          <p:nvPr>
            <p:ph type="body" idx="1"/>
          </p:nvPr>
        </p:nvSpPr>
        <p:spPr>
          <a:xfrm>
            <a:off x="679589" y="1696797"/>
            <a:ext cx="5147410" cy="559834"/>
          </a:xfrm>
        </p:spPr>
        <p:txBody>
          <a:bodyPr/>
          <a:lstStyle/>
          <a:p>
            <a:pPr algn="ctr"/>
            <a:r>
              <a:rPr lang="en-US" sz="2400" dirty="0"/>
              <a:t>Vermont statutes</a:t>
            </a:r>
            <a:r>
              <a:rPr lang="en-US" dirty="0"/>
              <a:t>	</a:t>
            </a:r>
          </a:p>
        </p:txBody>
      </p:sp>
      <p:sp>
        <p:nvSpPr>
          <p:cNvPr id="5" name="Text Placeholder 4">
            <a:extLst>
              <a:ext uri="{FF2B5EF4-FFF2-40B4-BE49-F238E27FC236}">
                <a16:creationId xmlns:a16="http://schemas.microsoft.com/office/drawing/2014/main" id="{8B3AD55B-834A-B204-CD5F-9DAE4E8FFC22}"/>
              </a:ext>
            </a:extLst>
          </p:cNvPr>
          <p:cNvSpPr>
            <a:spLocks noGrp="1"/>
          </p:cNvSpPr>
          <p:nvPr>
            <p:ph type="body" sz="quarter" idx="3"/>
          </p:nvPr>
        </p:nvSpPr>
        <p:spPr>
          <a:xfrm>
            <a:off x="6364134" y="1696797"/>
            <a:ext cx="5141914" cy="559834"/>
          </a:xfrm>
        </p:spPr>
        <p:txBody>
          <a:bodyPr>
            <a:normAutofit/>
          </a:bodyPr>
          <a:lstStyle/>
          <a:p>
            <a:pPr algn="ctr"/>
            <a:r>
              <a:rPr lang="en-US" sz="2400" dirty="0"/>
              <a:t>Did he break them?</a:t>
            </a:r>
          </a:p>
        </p:txBody>
      </p:sp>
      <p:sp>
        <p:nvSpPr>
          <p:cNvPr id="3" name="Content Placeholder 2">
            <a:extLst>
              <a:ext uri="{FF2B5EF4-FFF2-40B4-BE49-F238E27FC236}">
                <a16:creationId xmlns:a16="http://schemas.microsoft.com/office/drawing/2014/main" id="{A3CCA825-6EAD-5F07-8C12-807E6A5D9403}"/>
              </a:ext>
            </a:extLst>
          </p:cNvPr>
          <p:cNvSpPr>
            <a:spLocks noGrp="1"/>
          </p:cNvSpPr>
          <p:nvPr>
            <p:ph sz="quarter" idx="15"/>
          </p:nvPr>
        </p:nvSpPr>
        <p:spPr>
          <a:xfrm>
            <a:off x="595793" y="2576802"/>
            <a:ext cx="4636608" cy="3388494"/>
          </a:xfrm>
        </p:spPr>
        <p:txBody>
          <a:bodyPr anchor="ctr">
            <a:normAutofit fontScale="55000" lnSpcReduction="20000"/>
          </a:bodyPr>
          <a:lstStyle/>
          <a:p>
            <a:pPr marL="0" indent="0">
              <a:lnSpc>
                <a:spcPct val="170000"/>
              </a:lnSpc>
              <a:buNone/>
            </a:pPr>
            <a:r>
              <a:rPr lang="en-US" sz="2600" dirty="0"/>
              <a:t>4102. Unauthorized access</a:t>
            </a:r>
          </a:p>
          <a:p>
            <a:pPr marL="0" indent="0">
              <a:lnSpc>
                <a:spcPct val="170000"/>
              </a:lnSpc>
              <a:buNone/>
            </a:pPr>
            <a:r>
              <a:rPr lang="en-US" sz="2600" dirty="0"/>
              <a:t>4103. Access to a computer for fraudulent purposes</a:t>
            </a:r>
          </a:p>
          <a:p>
            <a:pPr marL="0" indent="0">
              <a:lnSpc>
                <a:spcPct val="170000"/>
              </a:lnSpc>
              <a:buNone/>
            </a:pPr>
            <a:r>
              <a:rPr lang="en-US" sz="2600" dirty="0"/>
              <a:t>4104. Alteration, damage, or interference</a:t>
            </a:r>
          </a:p>
          <a:p>
            <a:pPr marL="0" indent="0">
              <a:lnSpc>
                <a:spcPct val="170000"/>
              </a:lnSpc>
              <a:buNone/>
            </a:pPr>
            <a:r>
              <a:rPr lang="en-US" sz="2600" dirty="0"/>
              <a:t>4105. Theft or destruction</a:t>
            </a:r>
          </a:p>
          <a:p>
            <a:pPr marL="0" indent="0">
              <a:lnSpc>
                <a:spcPct val="170000"/>
              </a:lnSpc>
              <a:buNone/>
            </a:pPr>
            <a:r>
              <a:rPr lang="en-US" sz="2600" dirty="0"/>
              <a:t>4106. Civil liability</a:t>
            </a:r>
          </a:p>
          <a:p>
            <a:pPr marL="0" indent="0">
              <a:lnSpc>
                <a:spcPct val="170000"/>
              </a:lnSpc>
              <a:buNone/>
            </a:pPr>
            <a:r>
              <a:rPr lang="en-US" sz="2600" dirty="0"/>
              <a:t>4107. Venue</a:t>
            </a:r>
          </a:p>
        </p:txBody>
      </p:sp>
      <p:sp>
        <p:nvSpPr>
          <p:cNvPr id="6" name="Content Placeholder 5">
            <a:extLst>
              <a:ext uri="{FF2B5EF4-FFF2-40B4-BE49-F238E27FC236}">
                <a16:creationId xmlns:a16="http://schemas.microsoft.com/office/drawing/2014/main" id="{95AE8F90-4726-518F-2D19-499D747C4CF9}"/>
              </a:ext>
            </a:extLst>
          </p:cNvPr>
          <p:cNvSpPr>
            <a:spLocks noGrp="1"/>
          </p:cNvSpPr>
          <p:nvPr>
            <p:ph sz="quarter" idx="16"/>
          </p:nvPr>
        </p:nvSpPr>
        <p:spPr>
          <a:xfrm>
            <a:off x="5130800" y="2734733"/>
            <a:ext cx="6375248" cy="3258898"/>
          </a:xfrm>
        </p:spPr>
        <p:txBody>
          <a:bodyPr>
            <a:noAutofit/>
          </a:bodyPr>
          <a:lstStyle/>
          <a:p>
            <a:r>
              <a:rPr lang="en-US" dirty="0"/>
              <a:t>No, he found the kill switch and purchased the domain legally.</a:t>
            </a:r>
          </a:p>
          <a:p>
            <a:r>
              <a:rPr lang="en-US" dirty="0"/>
              <a:t>No, he was not directly interfering or accessing for false or fraudulent purposes.</a:t>
            </a:r>
          </a:p>
          <a:p>
            <a:r>
              <a:rPr lang="en-US" dirty="0"/>
              <a:t>Not really, but if the creators of WannaCry sued him they could try to argue that he interfered with their program. </a:t>
            </a:r>
          </a:p>
          <a:p>
            <a:r>
              <a:rPr lang="en-US" dirty="0"/>
              <a:t>No, because WannaCry was not a commercially available program.</a:t>
            </a:r>
          </a:p>
          <a:p>
            <a:r>
              <a:rPr lang="en-US" dirty="0"/>
              <a:t>Not really, but again the creators of WannaCry could try to take civil action against Marcus for damaging their program processes.</a:t>
            </a:r>
          </a:p>
          <a:p>
            <a:r>
              <a:rPr lang="en-US" dirty="0"/>
              <a:t>No, unlikely to be an issue for venue.</a:t>
            </a:r>
          </a:p>
        </p:txBody>
      </p:sp>
    </p:spTree>
    <p:extLst>
      <p:ext uri="{BB962C8B-B14F-4D97-AF65-F5344CB8AC3E}">
        <p14:creationId xmlns:p14="http://schemas.microsoft.com/office/powerpoint/2010/main" val="1746347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75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750"/>
                            </p:stCondLst>
                            <p:childTnLst>
                              <p:par>
                                <p:cTn id="8" presetID="1" presetClass="entr" presetSubtype="0" fill="hold" nodeType="afterEffect">
                                  <p:stCondLst>
                                    <p:cond delay="750"/>
                                  </p:stCondLst>
                                  <p:childTnLst>
                                    <p:set>
                                      <p:cBhvr>
                                        <p:cTn id="9" dur="1" fill="hold">
                                          <p:stCondLst>
                                            <p:cond delay="0"/>
                                          </p:stCondLst>
                                        </p:cTn>
                                        <p:tgtEl>
                                          <p:spTgt spid="6">
                                            <p:txEl>
                                              <p:pRg st="0" end="0"/>
                                            </p:txEl>
                                          </p:spTgt>
                                        </p:tgtEl>
                                        <p:attrNameLst>
                                          <p:attrName>style.visibility</p:attrName>
                                        </p:attrNameLst>
                                      </p:cBhvr>
                                      <p:to>
                                        <p:strVal val="visible"/>
                                      </p:to>
                                    </p:set>
                                  </p:childTnLst>
                                </p:cTn>
                              </p:par>
                            </p:childTnLst>
                          </p:cTn>
                        </p:par>
                        <p:par>
                          <p:cTn id="10" fill="hold">
                            <p:stCondLst>
                              <p:cond delay="1500"/>
                            </p:stCondLst>
                            <p:childTnLst>
                              <p:par>
                                <p:cTn id="11" presetID="1" presetClass="entr" presetSubtype="0" fill="hold" nodeType="afterEffect">
                                  <p:stCondLst>
                                    <p:cond delay="75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par>
                          <p:cTn id="13" fill="hold">
                            <p:stCondLst>
                              <p:cond delay="2250"/>
                            </p:stCondLst>
                            <p:childTnLst>
                              <p:par>
                                <p:cTn id="14" presetID="1" presetClass="entr" presetSubtype="0" fill="hold" nodeType="afterEffect">
                                  <p:stCondLst>
                                    <p:cond delay="750"/>
                                  </p:stCondLst>
                                  <p:childTnLst>
                                    <p:set>
                                      <p:cBhvr>
                                        <p:cTn id="15" dur="1" fill="hold">
                                          <p:stCondLst>
                                            <p:cond delay="0"/>
                                          </p:stCondLst>
                                        </p:cTn>
                                        <p:tgtEl>
                                          <p:spTgt spid="6">
                                            <p:txEl>
                                              <p:pRg st="1" end="1"/>
                                            </p:txEl>
                                          </p:spTgt>
                                        </p:tgtEl>
                                        <p:attrNameLst>
                                          <p:attrName>style.visibility</p:attrName>
                                        </p:attrNameLst>
                                      </p:cBhvr>
                                      <p:to>
                                        <p:strVal val="visible"/>
                                      </p:to>
                                    </p:set>
                                  </p:childTnLst>
                                </p:cTn>
                              </p:par>
                            </p:childTnLst>
                          </p:cTn>
                        </p:par>
                        <p:par>
                          <p:cTn id="16" fill="hold">
                            <p:stCondLst>
                              <p:cond delay="3000"/>
                            </p:stCondLst>
                            <p:childTnLst>
                              <p:par>
                                <p:cTn id="17" presetID="1" presetClass="entr" presetSubtype="0" fill="hold" nodeType="afterEffect">
                                  <p:stCondLst>
                                    <p:cond delay="75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par>
                          <p:cTn id="19" fill="hold">
                            <p:stCondLst>
                              <p:cond delay="3750"/>
                            </p:stCondLst>
                            <p:childTnLst>
                              <p:par>
                                <p:cTn id="20" presetID="1" presetClass="entr" presetSubtype="0" fill="hold" nodeType="afterEffect">
                                  <p:stCondLst>
                                    <p:cond delay="750"/>
                                  </p:stCondLst>
                                  <p:childTnLst>
                                    <p:set>
                                      <p:cBhvr>
                                        <p:cTn id="21" dur="1" fill="hold">
                                          <p:stCondLst>
                                            <p:cond delay="0"/>
                                          </p:stCondLst>
                                        </p:cTn>
                                        <p:tgtEl>
                                          <p:spTgt spid="6">
                                            <p:txEl>
                                              <p:pRg st="2" end="2"/>
                                            </p:txEl>
                                          </p:spTgt>
                                        </p:tgtEl>
                                        <p:attrNameLst>
                                          <p:attrName>style.visibility</p:attrName>
                                        </p:attrNameLst>
                                      </p:cBhvr>
                                      <p:to>
                                        <p:strVal val="visible"/>
                                      </p:to>
                                    </p:set>
                                  </p:childTnLst>
                                </p:cTn>
                              </p:par>
                            </p:childTnLst>
                          </p:cTn>
                        </p:par>
                        <p:par>
                          <p:cTn id="22" fill="hold">
                            <p:stCondLst>
                              <p:cond delay="4500"/>
                            </p:stCondLst>
                            <p:childTnLst>
                              <p:par>
                                <p:cTn id="23" presetID="1" presetClass="entr" presetSubtype="0" fill="hold" nodeType="afterEffect">
                                  <p:stCondLst>
                                    <p:cond delay="750"/>
                                  </p:stCondLst>
                                  <p:childTnLst>
                                    <p:set>
                                      <p:cBhvr>
                                        <p:cTn id="24" dur="1" fill="hold">
                                          <p:stCondLst>
                                            <p:cond delay="0"/>
                                          </p:stCondLst>
                                        </p:cTn>
                                        <p:tgtEl>
                                          <p:spTgt spid="3">
                                            <p:txEl>
                                              <p:pRg st="3" end="3"/>
                                            </p:txEl>
                                          </p:spTgt>
                                        </p:tgtEl>
                                        <p:attrNameLst>
                                          <p:attrName>style.visibility</p:attrName>
                                        </p:attrNameLst>
                                      </p:cBhvr>
                                      <p:to>
                                        <p:strVal val="visible"/>
                                      </p:to>
                                    </p:set>
                                  </p:childTnLst>
                                </p:cTn>
                              </p:par>
                            </p:childTnLst>
                          </p:cTn>
                        </p:par>
                        <p:par>
                          <p:cTn id="25" fill="hold">
                            <p:stCondLst>
                              <p:cond delay="5250"/>
                            </p:stCondLst>
                            <p:childTnLst>
                              <p:par>
                                <p:cTn id="26" presetID="1" presetClass="entr" presetSubtype="0" fill="hold" nodeType="afterEffect">
                                  <p:stCondLst>
                                    <p:cond delay="750"/>
                                  </p:stCondLst>
                                  <p:childTnLst>
                                    <p:set>
                                      <p:cBhvr>
                                        <p:cTn id="27" dur="1" fill="hold">
                                          <p:stCondLst>
                                            <p:cond delay="0"/>
                                          </p:stCondLst>
                                        </p:cTn>
                                        <p:tgtEl>
                                          <p:spTgt spid="6">
                                            <p:txEl>
                                              <p:pRg st="3" end="3"/>
                                            </p:txEl>
                                          </p:spTgt>
                                        </p:tgtEl>
                                        <p:attrNameLst>
                                          <p:attrName>style.visibility</p:attrName>
                                        </p:attrNameLst>
                                      </p:cBhvr>
                                      <p:to>
                                        <p:strVal val="visible"/>
                                      </p:to>
                                    </p:set>
                                  </p:childTnLst>
                                </p:cTn>
                              </p:par>
                            </p:childTnLst>
                          </p:cTn>
                        </p:par>
                        <p:par>
                          <p:cTn id="28" fill="hold">
                            <p:stCondLst>
                              <p:cond delay="6000"/>
                            </p:stCondLst>
                            <p:childTnLst>
                              <p:par>
                                <p:cTn id="29" presetID="1" presetClass="entr" presetSubtype="0" fill="hold" nodeType="afterEffect">
                                  <p:stCondLst>
                                    <p:cond delay="75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par>
                          <p:cTn id="31" fill="hold">
                            <p:stCondLst>
                              <p:cond delay="6750"/>
                            </p:stCondLst>
                            <p:childTnLst>
                              <p:par>
                                <p:cTn id="32" presetID="1" presetClass="entr" presetSubtype="0" fill="hold" nodeType="afterEffect">
                                  <p:stCondLst>
                                    <p:cond delay="750"/>
                                  </p:stCondLst>
                                  <p:childTnLst>
                                    <p:set>
                                      <p:cBhvr>
                                        <p:cTn id="33" dur="1" fill="hold">
                                          <p:stCondLst>
                                            <p:cond delay="0"/>
                                          </p:stCondLst>
                                        </p:cTn>
                                        <p:tgtEl>
                                          <p:spTgt spid="6">
                                            <p:txEl>
                                              <p:pRg st="4" end="4"/>
                                            </p:txEl>
                                          </p:spTgt>
                                        </p:tgtEl>
                                        <p:attrNameLst>
                                          <p:attrName>style.visibility</p:attrName>
                                        </p:attrNameLst>
                                      </p:cBhvr>
                                      <p:to>
                                        <p:strVal val="visible"/>
                                      </p:to>
                                    </p:set>
                                  </p:childTnLst>
                                </p:cTn>
                              </p:par>
                            </p:childTnLst>
                          </p:cTn>
                        </p:par>
                        <p:par>
                          <p:cTn id="34" fill="hold">
                            <p:stCondLst>
                              <p:cond delay="7500"/>
                            </p:stCondLst>
                            <p:childTnLst>
                              <p:par>
                                <p:cTn id="35" presetID="1" presetClass="entr" presetSubtype="0" fill="hold" nodeType="afterEffect">
                                  <p:stCondLst>
                                    <p:cond delay="750"/>
                                  </p:stCondLst>
                                  <p:childTnLst>
                                    <p:set>
                                      <p:cBhvr>
                                        <p:cTn id="36" dur="1" fill="hold">
                                          <p:stCondLst>
                                            <p:cond delay="0"/>
                                          </p:stCondLst>
                                        </p:cTn>
                                        <p:tgtEl>
                                          <p:spTgt spid="3">
                                            <p:txEl>
                                              <p:pRg st="5" end="5"/>
                                            </p:txEl>
                                          </p:spTgt>
                                        </p:tgtEl>
                                        <p:attrNameLst>
                                          <p:attrName>style.visibility</p:attrName>
                                        </p:attrNameLst>
                                      </p:cBhvr>
                                      <p:to>
                                        <p:strVal val="visible"/>
                                      </p:to>
                                    </p:set>
                                  </p:childTnLst>
                                </p:cTn>
                              </p:par>
                            </p:childTnLst>
                          </p:cTn>
                        </p:par>
                        <p:par>
                          <p:cTn id="37" fill="hold">
                            <p:stCondLst>
                              <p:cond delay="8250"/>
                            </p:stCondLst>
                            <p:childTnLst>
                              <p:par>
                                <p:cTn id="38" presetID="1" presetClass="entr" presetSubtype="0" fill="hold" nodeType="afterEffect">
                                  <p:stCondLst>
                                    <p:cond delay="750"/>
                                  </p:stCondLst>
                                  <p:childTnLst>
                                    <p:set>
                                      <p:cBhvr>
                                        <p:cTn id="39"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623822D-A8CE-CB33-F998-6B3EB653599A}"/>
              </a:ext>
            </a:extLst>
          </p:cNvPr>
          <p:cNvSpPr>
            <a:spLocks noGrp="1"/>
          </p:cNvSpPr>
          <p:nvPr>
            <p:ph type="title"/>
          </p:nvPr>
        </p:nvSpPr>
        <p:spPr>
          <a:xfrm>
            <a:off x="4572000" y="1340668"/>
            <a:ext cx="6932507" cy="1135838"/>
          </a:xfrm>
        </p:spPr>
        <p:txBody>
          <a:bodyPr anchor="ctr"/>
          <a:lstStyle/>
          <a:p>
            <a:pPr algn="ctr"/>
            <a:r>
              <a:rPr lang="en-US" dirty="0"/>
              <a:t>The verdict?</a:t>
            </a:r>
          </a:p>
        </p:txBody>
      </p:sp>
      <p:sp>
        <p:nvSpPr>
          <p:cNvPr id="10" name="Content Placeholder 2">
            <a:extLst>
              <a:ext uri="{FF2B5EF4-FFF2-40B4-BE49-F238E27FC236}">
                <a16:creationId xmlns:a16="http://schemas.microsoft.com/office/drawing/2014/main" id="{135E08B5-F640-7E5B-D685-1180F7130630}"/>
              </a:ext>
            </a:extLst>
          </p:cNvPr>
          <p:cNvSpPr>
            <a:spLocks noGrp="1"/>
          </p:cNvSpPr>
          <p:nvPr>
            <p:ph sz="quarter" idx="13"/>
          </p:nvPr>
        </p:nvSpPr>
        <p:spPr>
          <a:xfrm>
            <a:off x="4571999" y="2743200"/>
            <a:ext cx="6932508" cy="3419856"/>
          </a:xfrm>
        </p:spPr>
        <p:txBody>
          <a:bodyPr/>
          <a:lstStyle/>
          <a:p>
            <a:pPr marL="285750" indent="-285750">
              <a:buFont typeface="Arial" panose="020B0604020202020204" pitchFamily="34" charset="0"/>
              <a:buChar char="•"/>
            </a:pPr>
            <a:r>
              <a:rPr lang="en-US" dirty="0"/>
              <a:t>Marcus was a victim of childhood grooming but he created some things that hurt people. It was the fact that he was caught, exposed, and paid the price, that he was able to walk away with nothing to hide anymore. He found his way back to himself. </a:t>
            </a:r>
          </a:p>
          <a:p>
            <a:pPr marL="285750" indent="-285750">
              <a:buFont typeface="Arial" panose="020B0604020202020204" pitchFamily="34" charset="0"/>
              <a:buChar char="•"/>
            </a:pPr>
            <a:r>
              <a:rPr lang="en-US" dirty="0"/>
              <a:t>Marcus almost seems to be speaking about himself when he said, “In my career I’ve found few people are truly evil, most are just too far disconnected from the effects of their actions…until someone reconnects them” (as quoted by Greenberg, 2020). </a:t>
            </a:r>
          </a:p>
        </p:txBody>
      </p:sp>
    </p:spTree>
    <p:extLst>
      <p:ext uri="{BB962C8B-B14F-4D97-AF65-F5344CB8AC3E}">
        <p14:creationId xmlns:p14="http://schemas.microsoft.com/office/powerpoint/2010/main" val="4045440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D8E99-4B76-E231-01FF-8AF4DF33A4C3}"/>
              </a:ext>
            </a:extLst>
          </p:cNvPr>
          <p:cNvSpPr>
            <a:spLocks noGrp="1"/>
          </p:cNvSpPr>
          <p:nvPr>
            <p:ph type="title"/>
          </p:nvPr>
        </p:nvSpPr>
        <p:spPr/>
        <p:txBody>
          <a:bodyPr anchor="ctr"/>
          <a:lstStyle/>
          <a:p>
            <a:pPr algn="ctr"/>
            <a:r>
              <a:rPr lang="en-US" dirty="0"/>
              <a:t>references</a:t>
            </a:r>
          </a:p>
        </p:txBody>
      </p:sp>
      <p:sp>
        <p:nvSpPr>
          <p:cNvPr id="3" name="Content Placeholder 2">
            <a:extLst>
              <a:ext uri="{FF2B5EF4-FFF2-40B4-BE49-F238E27FC236}">
                <a16:creationId xmlns:a16="http://schemas.microsoft.com/office/drawing/2014/main" id="{F4F5AC30-6E17-328F-2C31-38C6CA15A62B}"/>
              </a:ext>
            </a:extLst>
          </p:cNvPr>
          <p:cNvSpPr>
            <a:spLocks noGrp="1"/>
          </p:cNvSpPr>
          <p:nvPr>
            <p:ph idx="1"/>
          </p:nvPr>
        </p:nvSpPr>
        <p:spPr/>
        <p:txBody>
          <a:bodyPr>
            <a:normAutofit fontScale="85000" lnSpcReduction="10000"/>
          </a:bodyPr>
          <a:lstStyle/>
          <a:p>
            <a:r>
              <a:rPr lang="en-US" sz="2000" dirty="0"/>
              <a:t>Greenberg, A. (2020, May 12). </a:t>
            </a:r>
            <a:r>
              <a:rPr lang="en-US" sz="2000" i="1" dirty="0"/>
              <a:t>The confessions of Marcus Hutchins, the hacker who saved the internet</a:t>
            </a:r>
            <a:r>
              <a:rPr lang="en-US" sz="2000" dirty="0"/>
              <a:t>. WIRED. </a:t>
            </a:r>
            <a:r>
              <a:rPr lang="en-US" sz="2000" dirty="0">
                <a:hlinkClick r:id="rId2"/>
              </a:rPr>
              <a:t>https://www.wired.com/story/confessions-marcus-hutchins-hacker-who-saved-the-internet/</a:t>
            </a:r>
            <a:endParaRPr lang="en-US" sz="2000" dirty="0"/>
          </a:p>
          <a:p>
            <a:r>
              <a:rPr lang="en-US" sz="2000" dirty="0"/>
              <a:t>Newman, L. H. (2017, May 13). How an accidental “kill switch” slowed Friday’s massive ransomware attack. </a:t>
            </a:r>
            <a:r>
              <a:rPr lang="en-US" sz="2000" i="1" dirty="0"/>
              <a:t>WIRED</a:t>
            </a:r>
            <a:r>
              <a:rPr lang="en-US" sz="2000" dirty="0"/>
              <a:t>. </a:t>
            </a:r>
            <a:r>
              <a:rPr lang="en-US" sz="2000" dirty="0">
                <a:hlinkClick r:id="rId3"/>
              </a:rPr>
              <a:t>https://www.wired.com/2017/05/accidental-kill-switch-slowed-fridays-massive-ransomware-attack/</a:t>
            </a:r>
            <a:endParaRPr lang="en-US" sz="2000" dirty="0"/>
          </a:p>
          <a:p>
            <a:r>
              <a:rPr lang="en-US" sz="2000" dirty="0"/>
              <a:t>Tomorrow Unlocked. (2019, October 25). </a:t>
            </a:r>
            <a:r>
              <a:rPr lang="en-US" sz="2000" i="1" dirty="0"/>
              <a:t>Hacker – WannaCry: The Marcus Hutchins story – Chapter 1</a:t>
            </a:r>
            <a:r>
              <a:rPr lang="en-US" sz="2000" dirty="0"/>
              <a:t> [Video]. YouTube. </a:t>
            </a:r>
            <a:r>
              <a:rPr lang="en-US" sz="2000" dirty="0">
                <a:hlinkClick r:id="rId4"/>
              </a:rPr>
              <a:t>https://www.youtube.com/watch?v=PWh4UaODjgU</a:t>
            </a:r>
            <a:endParaRPr lang="en-US" sz="2000" dirty="0"/>
          </a:p>
          <a:p>
            <a:r>
              <a:rPr lang="en-US" sz="2000" dirty="0"/>
              <a:t>Tomorrow Unlocked. (2019, October 26). </a:t>
            </a:r>
            <a:r>
              <a:rPr lang="en-US" sz="2000" i="1" dirty="0"/>
              <a:t>Hacker – WannaCry: The Marcus Hutchins story – Chapter 2</a:t>
            </a:r>
            <a:r>
              <a:rPr lang="en-US" sz="2000" dirty="0"/>
              <a:t> [Video]. YouTube. </a:t>
            </a:r>
            <a:r>
              <a:rPr lang="en-US" sz="2000" dirty="0">
                <a:hlinkClick r:id="rId5"/>
              </a:rPr>
              <a:t>https://www.youtube.com/watch?v=IpwPu_MvIUM</a:t>
            </a:r>
            <a:endParaRPr lang="en-US" sz="2000" dirty="0"/>
          </a:p>
          <a:p>
            <a:r>
              <a:rPr lang="en-US" sz="2000" dirty="0"/>
              <a:t>Tomorrow Unlocked. (2019, October 27). </a:t>
            </a:r>
            <a:r>
              <a:rPr lang="en-US" sz="2000" i="1" dirty="0"/>
              <a:t>Hacker – WannaCry: The Marcus Hutchins story – Chapter 3</a:t>
            </a:r>
            <a:r>
              <a:rPr lang="en-US" sz="2000" dirty="0"/>
              <a:t> [Video]. YouTube. </a:t>
            </a:r>
            <a:r>
              <a:rPr lang="en-US" sz="2000" dirty="0">
                <a:hlinkClick r:id="rId6"/>
              </a:rPr>
              <a:t>https://www.youtube.com/watch?v=HqqEdAbfEh8</a:t>
            </a:r>
            <a:endParaRPr lang="en-US" sz="2000" dirty="0"/>
          </a:p>
          <a:p>
            <a:r>
              <a:rPr lang="en-US" sz="2000" dirty="0"/>
              <a:t>Vermont General Assembly. (n.d.). </a:t>
            </a:r>
            <a:r>
              <a:rPr lang="en-US" sz="2000" i="1" dirty="0"/>
              <a:t>Title 13: Crimes and criminal procedure, Chapter 87: Computer crimes</a:t>
            </a:r>
            <a:r>
              <a:rPr lang="en-US" sz="2000" dirty="0"/>
              <a:t>. </a:t>
            </a:r>
            <a:r>
              <a:rPr lang="en-US" sz="2000" dirty="0">
                <a:hlinkClick r:id="rId7"/>
              </a:rPr>
              <a:t>https://legislature.vermont.gov/statutes/fullchapter/13/087</a:t>
            </a:r>
            <a:endParaRPr lang="en-US" sz="2000" dirty="0"/>
          </a:p>
        </p:txBody>
      </p:sp>
    </p:spTree>
    <p:extLst>
      <p:ext uri="{BB962C8B-B14F-4D97-AF65-F5344CB8AC3E}">
        <p14:creationId xmlns:p14="http://schemas.microsoft.com/office/powerpoint/2010/main" val="4270666162"/>
      </p:ext>
    </p:extLst>
  </p:cSld>
  <p:clrMapOvr>
    <a:masterClrMapping/>
  </p:clrMapOvr>
</p:sld>
</file>

<file path=ppt/theme/theme1.xml><?xml version="1.0" encoding="utf-8"?>
<a:theme xmlns:a="http://schemas.openxmlformats.org/drawingml/2006/main" name="Northern lights">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Custom 13">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orthern lights_e16e022e-be2c-4e5f-a1a0-12ee95ec224d_wac_v2" id="{B6B6850C-8787-446D-AEF8-4F4B369C2BE6}" vid="{B649D6A8-486A-404C-BAE4-F6DCFECB1A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2" ma:contentTypeDescription="Create a new document." ma:contentTypeScope="" ma:versionID="0635a23c60cc3de58ab4c1efc88efc6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b2ec4e1d644ed04c8d3fd0ef60d056a4"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element name="HasDigitalSignature" ma:index="34" nillable="true" ma:displayName="Signed electronically" ma:internalName="HasDigitalSignature" ma:readOnly="true">
      <xsd:simpleType>
        <xsd:restriction base="dms:Boolean"/>
      </xsd:simpleType>
    </xsd:element>
    <xsd:element name="DigitalSignatureProvider" ma:index="35"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8E339AF-67FC-4BA3-8B2E-038B3ED310D5}">
  <ds:schemaRefs>
    <ds:schemaRef ds:uri="http://schemas.microsoft.com/sharepoint/v3/contenttype/forms"/>
  </ds:schemaRefs>
</ds:datastoreItem>
</file>

<file path=customXml/itemProps2.xml><?xml version="1.0" encoding="utf-8"?>
<ds:datastoreItem xmlns:ds="http://schemas.openxmlformats.org/officeDocument/2006/customXml" ds:itemID="{4B99ED26-B189-4BA1-99D0-1112D8C2F106}">
  <ds:schemaRefs>
    <ds:schemaRef ds:uri="http://purl.org/dc/terms/"/>
    <ds:schemaRef ds:uri="http://schemas.microsoft.com/office/2006/metadata/properties"/>
    <ds:schemaRef ds:uri="http://purl.org/dc/dcmitype/"/>
    <ds:schemaRef ds:uri="http://schemas.microsoft.com/office/2006/documentManagement/types"/>
    <ds:schemaRef ds:uri="230e9df3-be65-4c73-a93b-d1236ebd677e"/>
    <ds:schemaRef ds:uri="http://purl.org/dc/elements/1.1/"/>
    <ds:schemaRef ds:uri="http://schemas.microsoft.com/office/infopath/2007/PartnerControls"/>
    <ds:schemaRef ds:uri="http://www.w3.org/XML/1998/namespace"/>
    <ds:schemaRef ds:uri="http://schemas.openxmlformats.org/package/2006/metadata/core-properties"/>
    <ds:schemaRef ds:uri="16c05727-aa75-4e4a-9b5f-8a80a1165891"/>
    <ds:schemaRef ds:uri="71af3243-3dd4-4a8d-8c0d-dd76da1f02a5"/>
    <ds:schemaRef ds:uri="http://schemas.microsoft.com/sharepoint/v3"/>
  </ds:schemaRefs>
</ds:datastoreItem>
</file>

<file path=customXml/itemProps3.xml><?xml version="1.0" encoding="utf-8"?>
<ds:datastoreItem xmlns:ds="http://schemas.openxmlformats.org/officeDocument/2006/customXml" ds:itemID="{1CAF6374-A7FD-4717-AFE0-646B462CEB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{ACD8EFFB-378D-4922-ACBD-AE8A37134680}a68ed2e1-c015-4bc0-a84f-ee5b52e9f56e-TFe16e022e-be2c-4e5f-a1a0-12ee95ec224d7989ee22_win32</Template>
  <TotalTime>1335</TotalTime>
  <Words>879</Words>
  <Application>Microsoft Office PowerPoint</Application>
  <PresentationFormat>Widescreen</PresentationFormat>
  <Paragraphs>57</Paragraphs>
  <Slides>10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Arial</vt:lpstr>
      <vt:lpstr>Avenir Next LT Pro</vt:lpstr>
      <vt:lpstr>Northern lights</vt:lpstr>
      <vt:lpstr>Marcus Hutchins: reverse engineered</vt:lpstr>
      <vt:lpstr>Childhood lost</vt:lpstr>
      <vt:lpstr>It all started with good intentions…</vt:lpstr>
      <vt:lpstr>Victim turns hero</vt:lpstr>
      <vt:lpstr>A life reverse engineered</vt:lpstr>
      <vt:lpstr>Marcus was arrested for his part in creating Upas kit 2.0 and Kronos. He was ultimately given time served and released. His release was a result of a judge understanding that Marcus had made some poor choices when he was younger but had changed substantially. </vt:lpstr>
      <vt:lpstr>When marcus created the upas kit 2.0</vt:lpstr>
      <vt:lpstr>When Marcus stopped WannaCry</vt:lpstr>
      <vt:lpstr>The verdict?</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layla swift</dc:creator>
  <cp:lastModifiedBy>layla swift</cp:lastModifiedBy>
  <cp:revision>1</cp:revision>
  <dcterms:created xsi:type="dcterms:W3CDTF">2026-09-01T21:03:31Z</dcterms:created>
  <dcterms:modified xsi:type="dcterms:W3CDTF">2026-09-04T02:06:50Z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